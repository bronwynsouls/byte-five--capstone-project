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5"/>
  </p:notesMasterIdLst>
  <p:sldIdLst>
    <p:sldId id="256" r:id="rId5"/>
    <p:sldId id="257" r:id="rId6"/>
    <p:sldId id="258" r:id="rId7"/>
    <p:sldId id="259" r:id="rId8"/>
    <p:sldId id="260" r:id="rId9"/>
    <p:sldId id="261" r:id="rId10"/>
    <p:sldId id="262" r:id="rId11"/>
    <p:sldId id="263" r:id="rId12"/>
    <p:sldId id="264" r:id="rId13"/>
    <p:sldId id="265" r:id="rId1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562D092-C552-1F4E-F099-155750F3031D}" v="9" dt="2026-10-08T09:38:47.905"/>
    <p1510:client id="{3DCF4FDC-92BD-D0A0-180F-E9E4E82C2366}" v="1" dt="2026-10-06T13:26:01.390"/>
    <p1510:client id="{78251152-04C8-44E1-35B2-80EED169D236}" v="2" dt="2026-10-08T08:55:17.373"/>
    <p1510:client id="{833598EF-D9E8-CFD5-E237-062ECB69C247}" v="2" dt="2026-10-08T07:20:41.55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heme" Target="theme/theme1.xml"/><Relationship Id="rId3" Type="http://schemas.openxmlformats.org/officeDocument/2006/relationships/customXml" Target="../customXml/item3.xml"/><Relationship Id="rId21" Type="http://schemas.microsoft.com/office/2015/10/relationships/revisionInfo" Target="revisionInfo.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ronwyn Souls" userId="S::bronwyn.souls@capaciti.org.za::2bdfc7d2-d865-40d3-bf6a-5d44c980c07e" providerId="AD" clId="Web-{3DCF4FDC-92BD-D0A0-180F-E9E4E82C2366}"/>
    <pc:docChg chg="modSld">
      <pc:chgData name="Bronwyn Souls" userId="S::bronwyn.souls@capaciti.org.za::2bdfc7d2-d865-40d3-bf6a-5d44c980c07e" providerId="AD" clId="Web-{3DCF4FDC-92BD-D0A0-180F-E9E4E82C2366}" dt="2026-10-06T13:26:01.390" v="0" actId="1076"/>
      <pc:docMkLst>
        <pc:docMk/>
      </pc:docMkLst>
      <pc:sldChg chg="modSp">
        <pc:chgData name="Bronwyn Souls" userId="S::bronwyn.souls@capaciti.org.za::2bdfc7d2-d865-40d3-bf6a-5d44c980c07e" providerId="AD" clId="Web-{3DCF4FDC-92BD-D0A0-180F-E9E4E82C2366}" dt="2026-10-06T13:26:01.390" v="0" actId="1076"/>
        <pc:sldMkLst>
          <pc:docMk/>
          <pc:sldMk cId="0" sldId="263"/>
        </pc:sldMkLst>
        <pc:spChg chg="mod">
          <ac:chgData name="Bronwyn Souls" userId="S::bronwyn.souls@capaciti.org.za::2bdfc7d2-d865-40d3-bf6a-5d44c980c07e" providerId="AD" clId="Web-{3DCF4FDC-92BD-D0A0-180F-E9E4E82C2366}" dt="2026-10-06T13:26:01.390" v="0" actId="1076"/>
          <ac:spMkLst>
            <pc:docMk/>
            <pc:sldMk cId="0" sldId="263"/>
            <ac:spMk id="27" creationId="{00000000-0000-0000-0000-000000000000}"/>
          </ac:spMkLst>
        </pc:spChg>
      </pc:sldChg>
    </pc:docChg>
  </pc:docChgLst>
  <pc:docChgLst>
    <pc:chgData name="Bronwyn Souls" userId="S::bronwyn.souls@capaciti.org.za::2bdfc7d2-d865-40d3-bf6a-5d44c980c07e" providerId="AD" clId="Web-{1562D092-C552-1F4E-F099-155750F3031D}"/>
    <pc:docChg chg="modSld">
      <pc:chgData name="Bronwyn Souls" userId="S::bronwyn.souls@capaciti.org.za::2bdfc7d2-d865-40d3-bf6a-5d44c980c07e" providerId="AD" clId="Web-{1562D092-C552-1F4E-F099-155750F3031D}" dt="2026-10-08T09:38:47.905" v="8" actId="1076"/>
      <pc:docMkLst>
        <pc:docMk/>
      </pc:docMkLst>
      <pc:sldChg chg="modSp">
        <pc:chgData name="Bronwyn Souls" userId="S::bronwyn.souls@capaciti.org.za::2bdfc7d2-d865-40d3-bf6a-5d44c980c07e" providerId="AD" clId="Web-{1562D092-C552-1F4E-F099-155750F3031D}" dt="2026-10-08T09:38:47.905" v="8" actId="1076"/>
        <pc:sldMkLst>
          <pc:docMk/>
          <pc:sldMk cId="0" sldId="259"/>
        </pc:sldMkLst>
        <pc:picChg chg="mod">
          <ac:chgData name="Bronwyn Souls" userId="S::bronwyn.souls@capaciti.org.za::2bdfc7d2-d865-40d3-bf6a-5d44c980c07e" providerId="AD" clId="Web-{1562D092-C552-1F4E-F099-155750F3031D}" dt="2026-10-08T09:38:47.905" v="8" actId="1076"/>
          <ac:picMkLst>
            <pc:docMk/>
            <pc:sldMk cId="0" sldId="259"/>
            <ac:picMk id="4" creationId="{00000000-0000-0000-0000-000000000000}"/>
          </ac:picMkLst>
        </pc:picChg>
      </pc:sldChg>
    </pc:docChg>
  </pc:docChgLst>
  <pc:docChgLst>
    <pc:chgData name="Thapelo Moncho" userId="S::thapelo.moncho@capaciti.org.za::288036b4-aa0f-49b9-8849-aef06d0c5782" providerId="AD" clId="Web-{833598EF-D9E8-CFD5-E237-062ECB69C247}"/>
    <pc:docChg chg="modSld">
      <pc:chgData name="Thapelo Moncho" userId="S::thapelo.moncho@capaciti.org.za::288036b4-aa0f-49b9-8849-aef06d0c5782" providerId="AD" clId="Web-{833598EF-D9E8-CFD5-E237-062ECB69C247}" dt="2026-10-08T07:20:41.556" v="1"/>
      <pc:docMkLst>
        <pc:docMk/>
      </pc:docMkLst>
      <pc:sldChg chg="delSp modSp">
        <pc:chgData name="Thapelo Moncho" userId="S::thapelo.moncho@capaciti.org.za::288036b4-aa0f-49b9-8849-aef06d0c5782" providerId="AD" clId="Web-{833598EF-D9E8-CFD5-E237-062ECB69C247}" dt="2026-10-08T07:20:41.556" v="1"/>
        <pc:sldMkLst>
          <pc:docMk/>
          <pc:sldMk cId="0" sldId="264"/>
        </pc:sldMkLst>
        <pc:spChg chg="del mod">
          <ac:chgData name="Thapelo Moncho" userId="S::thapelo.moncho@capaciti.org.za::288036b4-aa0f-49b9-8849-aef06d0c5782" providerId="AD" clId="Web-{833598EF-D9E8-CFD5-E237-062ECB69C247}" dt="2026-10-08T07:20:41.556" v="1"/>
          <ac:spMkLst>
            <pc:docMk/>
            <pc:sldMk cId="0" sldId="264"/>
            <ac:spMk id="19" creationId="{00000000-0000-0000-0000-000000000000}"/>
          </ac:spMkLst>
        </pc:spChg>
      </pc:sldChg>
    </pc:docChg>
  </pc:docChgLst>
  <pc:docChgLst>
    <pc:chgData name="Emaad Mentor" userId="S::emaad.mentor@capaciti.org.za::7acbdf0d-c7f1-4d77-9612-885705066cd7" providerId="AD" clId="Web-{78251152-04C8-44E1-35B2-80EED169D236}"/>
    <pc:docChg chg="modSld">
      <pc:chgData name="Emaad Mentor" userId="S::emaad.mentor@capaciti.org.za::7acbdf0d-c7f1-4d77-9612-885705066cd7" providerId="AD" clId="Web-{78251152-04C8-44E1-35B2-80EED169D236}" dt="2026-10-08T08:55:17.373" v="1" actId="1076"/>
      <pc:docMkLst>
        <pc:docMk/>
      </pc:docMkLst>
      <pc:sldChg chg="modSp">
        <pc:chgData name="Emaad Mentor" userId="S::emaad.mentor@capaciti.org.za::7acbdf0d-c7f1-4d77-9612-885705066cd7" providerId="AD" clId="Web-{78251152-04C8-44E1-35B2-80EED169D236}" dt="2026-10-08T08:55:17.373" v="1" actId="1076"/>
        <pc:sldMkLst>
          <pc:docMk/>
          <pc:sldMk cId="0" sldId="261"/>
        </pc:sldMkLst>
        <pc:spChg chg="mod">
          <ac:chgData name="Emaad Mentor" userId="S::emaad.mentor@capaciti.org.za::7acbdf0d-c7f1-4d77-9612-885705066cd7" providerId="AD" clId="Web-{78251152-04C8-44E1-35B2-80EED169D236}" dt="2026-10-08T08:54:38.679" v="0" actId="1076"/>
          <ac:spMkLst>
            <pc:docMk/>
            <pc:sldMk cId="0" sldId="261"/>
            <ac:spMk id="2" creationId="{00000000-0000-0000-0000-000000000000}"/>
          </ac:spMkLst>
        </pc:spChg>
        <pc:spChg chg="mod">
          <ac:chgData name="Emaad Mentor" userId="S::emaad.mentor@capaciti.org.za::7acbdf0d-c7f1-4d77-9612-885705066cd7" providerId="AD" clId="Web-{78251152-04C8-44E1-35B2-80EED169D236}" dt="2026-10-08T08:55:17.373" v="1" actId="1076"/>
          <ac:spMkLst>
            <pc:docMk/>
            <pc:sldMk cId="0" sldId="261"/>
            <ac:spMk id="16"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6111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611188"/>
          </a:xfrm>
          <a:prstGeom prst="rect">
            <a:avLst/>
          </a:prstGeom>
        </p:spPr>
        <p:txBody>
          <a:bodyPr vert="horz" lIns="91440" tIns="45720" rIns="91440" bIns="45720" rtlCol="0"/>
          <a:lstStyle>
            <a:lvl1pPr algn="r">
              <a:defRPr sz="1200"/>
            </a:lvl1pPr>
          </a:lstStyle>
          <a:p>
            <a:fld id="{C7E39A97-31C4-4B36-B3D4-64BC0D7DC5ED}" type="datetimeFigureOut">
              <a:t>10/8/2026</a:t>
            </a:fld>
            <a:endParaRPr lang="en-US"/>
          </a:p>
        </p:txBody>
      </p:sp>
      <p:sp>
        <p:nvSpPr>
          <p:cNvPr id="4" name="Slide Image Placeholder 3"/>
          <p:cNvSpPr>
            <a:spLocks noGrp="1" noRot="1" noChangeAspect="1"/>
          </p:cNvSpPr>
          <p:nvPr>
            <p:ph type="sldImg" idx="2"/>
          </p:nvPr>
        </p:nvSpPr>
        <p:spPr>
          <a:xfrm>
            <a:off x="-228600" y="1524000"/>
            <a:ext cx="7315200" cy="41148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5867400"/>
            <a:ext cx="5486400" cy="48006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1580813"/>
            <a:ext cx="2971800" cy="6111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11580813"/>
            <a:ext cx="2971800" cy="611187"/>
          </a:xfrm>
          <a:prstGeom prst="rect">
            <a:avLst/>
          </a:prstGeom>
        </p:spPr>
        <p:txBody>
          <a:bodyPr vert="horz" lIns="91440" tIns="45720" rIns="91440" bIns="45720" rtlCol="0" anchor="b"/>
          <a:lstStyle>
            <a:lvl1pPr algn="r">
              <a:defRPr sz="1200"/>
            </a:lvl1pPr>
          </a:lstStyle>
          <a:p>
            <a:fld id="{D3A4459D-F15B-48B0-95A2-3FE745760005}" type="slidenum">
              <a:t>‹#›</a:t>
            </a:fld>
            <a:endParaRPr lang="en-US"/>
          </a:p>
        </p:txBody>
      </p:sp>
    </p:spTree>
    <p:extLst>
      <p:ext uri="{BB962C8B-B14F-4D97-AF65-F5344CB8AC3E}">
        <p14:creationId xmlns:p14="http://schemas.microsoft.com/office/powerpoint/2010/main" val="27884297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Introduce the team and the client. Ubuntu Innovations is a fast-growing Cape Town technology startup relocating to a new office. Our brief as junior IT support specialists: design and document a complete IT infrastructure and support solution covering hardware, network, access control, backup, security, troubleshooting and documentation that future IT staff can pick up. 25 employees across five departments; Software Development (8) and Sales and Marketing (7) make up more than half the staff.</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We grouped the client's requirements into four themes.
• Connectivity: wired and wireless access with capacity for growth.
• Shared resources: file storage, printers and the right software per department, e.g. accounting tools for Finance, CRM for Sales, IDEs, Git and Docker for Development.
• Access and security: every employee gets their own account and only sees what their department needs; Finance and HR data must never be open to everyone.
• Resilience and support: backups, repeatable troubleshooting steps and documentation.
Main risks we designed around: internet and power outages (including load shedding), hardware failure, malware, accidental deletion and unauthorised access.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Twenty desktops cover office-based staff; five i7 laptops give management and mobile staff flexibility. The business-grade router/firewall and managed switch are the core of the network. The managed switch matters because it lets us split traffic into VLANs (next slide). Two Wi-Fi 6 access points cover the office. Two laser printers are shared across departments for lower running costs. The 8TB RAID NAS holds shared folders and on-site backups. Two 1500VA UPS units keep the core network and NAS running through short outages and load shedding.
Software: a standard build for everyone (OS, browser, office suite, endpoint protection, backup client, password manager) plus department-specific tools.
Purpose of each asset: desktops for everyday office work; laptops for management mobility; router/firewall for internet access and perimeter security; managed switch for the wired network, monitoring and VLANs; access points for office-wide Wi-Fi; laser printers for shared printing at lower running cost; NAS for central file sharing and backups; UPS for outage and load-shedding protection. Laptops also have Wi-Fi 6; access points are dual-band.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ISP connection terminates at the router/firewall, which separates the internet from the internal network. Everything wired connects to the 24-port managed switch: desktops, printers, the NAS and the two access points serving laptops and phones.
We split the private 192.168.0.0/16 range into six VLANs, each a /24 with 254 usable addresses.
Static IPs: router 192.168.10.1, switch 192.168.10.2, access points 192.168.10.3–.4, NAS 192.168.20.10, printers 192.168.40.10–.11. DHCP hands out .100–.240 on the user, staff Wi-Fi and guest Wi-Fi segments.
Only IT administrators can reach the management VLAN, and guest Wi-Fi can never see company devices.
Firewall controls all traffic between VLANs; guests get internet only. Staff Wi-Fi uses WPA3-Enterprise (or WPA2).</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Each employee is added to the security group for their department, and folder permissions are set on the groups rather than on individuals. A new hire just joins a group; a mover changes group, with no folder-by-folder edits.
Every department reads and writes its own folder plus Public; Management has full access. IT administrators manage permissions but do not open confidential files without authorisation, and management approval is needed before anyone gets access to a confidential folder.
Access is reviewed every three months, leavers are disabled immediately and there are no shared accounts.
On the Linux side we demonstrated this with mkdir, chown and chmod; the full command-line guide is in our GitHub repository.
Shared folders on the NAS: /UBUNTU with Public, Management, Finance, HR, Sales and Development subfolders. Access is granted to groups, never to individual users.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We follow the 3-2-1 rule. Backups cover departmental shared folders, finance and payroll databases, directory data, Microsoft 365 or Google Workspace data, a nightly mirror of GitHub repositories and network device configurations. Laptops are not backed up centrally; staff save to approved shared folders and laptops are rebuilt from a standard image.
Incrementals run daily, full backups weekly and archives monthly. Restore order: Critical, then Important, then Standard systems.
RTO is the maximum time a system can be down; RPO is the maximum data we can afford to lose.
In a disaster the IT Support Lead and COO declare it, staff are notified by WhatsApp or SMS, critical systems are restored first from the NAS (or from the cloud if the NAS is lost), department heads verify, and we document the actual RTO and RPO achieved. If the office is lost, staff work remotely and services are restored from the Cape Town cloud region.
3-2-1 detail: 3 copies (live data plus two backups), 2 storage media (on-site NAS and cloud), 1 copy offsite, encrypted and immutable so it is safe from fire, theft and ransomware.
Safeguards: AES-256 at rest, TLS in transit, MFA on backup consoles, monthly test restore, full DR test every six months, SA cloud region for POPIA.</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Top risks: phishing, ransomware and unpatched software. Incidents must be reported within 15 minutes.
Our risk assessment ranked phishing highest, especially fake invoices and payment-change scams aimed at Finance. Ransomware and unpatched software could stop work for all 25 employees; load shedding is a constant local risk handled by the UPS.
Six layered controls:
• Passwords: 12+ characters (16 for admins), stored in a password manager, lockout after 5 failed attempts.
• MFA: authenticator app for email, cloud, VPN and admins; FIDO2 hardware keys for IT, executives and Finance.
• Encryption: BitLocker, FileVault or LUKS on every device; phones enrolled in MDM with remote wipe.
• Endpoint protection: centrally managed EDR users cannot switch off; infected devices isolated automatically.
• Patching: monthly cycle, tested on a pilot group for 48 hours first; firmware reviewed quarterly.
• People: signed acceptable use policy, onboarding training, quarterly phishing simulations. The 2.5-hour awareness programme adds role-specific modules: payment verification for Finance, secure coding and secrets for developers, whaling for executives.
Incidents follow six phases; P1 incidents are escalated to management within an hour, and personal-information breaches are reported to the Information Regulator as required by section 22 of POPIA.</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Method every time: check the simple things first, isolate the cause, fix, test, document.
We documented three common support cases with the same structure: problem, symptoms, possible causes, steps and resolution. The lesson across all three: simple physical checks come first.
• Dead desktop: check cable, outlet and UPS before suspecting the power supply.
• No internet: the key question is one user or the whole office. One user points to the cable, adapter or settings; the whole office points to the switch, router or ISP.
• Offline printer: power, paper and toner, then the cable and the print queue.
In all three cases a disconnected or loose cable was the cause, which is very common in practice.
Full steps — Desktop: check cable, outlet and UPS; test the outlet with another device; swap the power cable; look for lights or fan activity. Fixed: loose power cable reconnected. No internet: check Ethernet or Wi-Fi; ask if others are affected; check adapter and IP settings; check switch, router, then ISP. Fixed: Ethernet cable reconnected. Printer: check power, paper and toner; check the network cable; ask if others can print; clear the queue and print a test page. Fixed: network cable reconnected.</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final week turned the technical work into career materials. Each of us prepared a one-page IT support CV, a cover letter tailored to a real role, a LinkedIn summary and ten interview questions with sample answers.
This capstone gives us concrete evidence to talk about: we designed a VLAN-based network, built a group-based permissions model, wrote a 3-2-1 backup plan and a full security policy.
We used AI tools to identify transferable skills, tailor applications, plan and track the job search, and rehearse interviews, but every output was reviewed and edited by us so it is accurate and sounds like us.
Details: one-page CV built around skills proven in this capstone; cover letter tailored to a specific IT support role; LinkedIn summary linking to the project portfolio; 10 IT support interview questions with structured sample answers.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Four things we are taking away.
1. Security has to be part of the design: segmenting the network, requiring MFA and encrypting devices is simple at the start and painful to add later.
2. Assigning permissions to department groups rather than individuals keeps access simple, auditable and quick to change, and makes onboarding, offboarding and audits far easier.
3. A backup only counts once it restores, which is why monthly test restores and a six-monthly DR test are part of the plan.
4. Good documentation is itself a support tool: our troubleshooting guide and admin guide mean future IT staff are not starting from zero.
Thank the audience and open the floor for Q&amp;A.</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chemeClr val="bg2"/>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64240" cy="685800"/>
          </a:xfrm>
          <a:prstGeom prst="rect">
            <a:avLst/>
          </a:prstGeom>
          <a:noFill/>
          <a:ln/>
        </p:spPr>
        <p:txBody>
          <a:bodyPr wrap="square" rtlCol="0"/>
          <a:lstStyle>
            <a:lvl1pPr marL="0" indent="0" algn="l">
              <a:buNone/>
              <a:defRPr lang="en-US" sz="3400" b="1" dirty="0">
                <a:solidFill>
                  <a:schemeClr val="tx1"/>
                </a:solidFill>
                <a:latin typeface="Space Grotesk" pitchFamily="34" charset="0"/>
                <a:ea typeface="Space Grotesk" pitchFamily="34" charset="-122"/>
                <a:cs typeface="Space Grotesk" pitchFamily="34" charset="-120"/>
              </a:defRPr>
            </a:lvl1pPr>
          </a:lstStyle>
          <a:p>
            <a:pPr marL="0" indent="0" algn="l">
              <a:buNone/>
            </a:pPr>
            <a:endParaRPr lang="en-US" sz="3400"/>
          </a:p>
        </p:txBody>
      </p:sp>
      <p:sp>
        <p:nvSpPr>
          <p:cNvPr id="3" name="Text 0"/>
          <p:cNvSpPr/>
          <p:nvPr/>
        </p:nvSpPr>
        <p:spPr>
          <a:xfrm>
            <a:off x="548640" y="6400800"/>
            <a:ext cx="7315200" cy="274320"/>
          </a:xfrm>
          <a:prstGeom prst="rect">
            <a:avLst/>
          </a:prstGeom>
          <a:noFill/>
          <a:ln/>
        </p:spPr>
        <p:txBody>
          <a:bodyPr wrap="square" lIns="0" tIns="0" rIns="0" bIns="0" rtlCol="0" anchor="ctr"/>
          <a:lstStyle/>
          <a:p>
            <a:pPr marL="0" indent="0">
              <a:buNone/>
            </a:pPr>
            <a:r>
              <a:rPr lang="en-US" sz="1000">
                <a:solidFill>
                  <a:srgbClr val="4A5474"/>
                </a:solidFill>
              </a:rPr>
              <a:t>Ubuntu Innovations · IT Infrastructure Capstone</a:t>
            </a:r>
            <a:endParaRPr lang="en-US" sz="100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4A5474"/>
                </a:solidFill>
              </a:defRPr>
            </a:lvl1pPr>
          </a:lstStyle>
          <a:p>
            <a:pPr algn="r"/>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D295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64240" cy="685800"/>
          </a:xfrm>
          <a:prstGeom prst="rect">
            <a:avLst/>
          </a:prstGeom>
          <a:noFill/>
          <a:ln/>
        </p:spPr>
        <p:txBody>
          <a:bodyPr wrap="square" rtlCol="0"/>
          <a:lstStyle>
            <a:lvl1pPr marL="0" indent="0" algn="l">
              <a:buNone/>
              <a:defRPr lang="en-US" sz="3400" b="1" dirty="0">
                <a:solidFill>
                  <a:srgbClr val="FFFFFF"/>
                </a:solidFill>
                <a:latin typeface="Space Grotesk" pitchFamily="34" charset="0"/>
                <a:ea typeface="Space Grotesk" pitchFamily="34" charset="-122"/>
                <a:cs typeface="Space Grotesk" pitchFamily="34" charset="-120"/>
              </a:defRPr>
            </a:lvl1pPr>
          </a:lstStyle>
          <a:p>
            <a:pPr marL="0" indent="0" algn="l">
              <a:buNone/>
            </a:pPr>
            <a:endParaRPr lang="en-US" sz="3400"/>
          </a:p>
        </p:txBody>
      </p:sp>
      <p:sp>
        <p:nvSpPr>
          <p:cNvPr id="3" name="Text 0"/>
          <p:cNvSpPr/>
          <p:nvPr/>
        </p:nvSpPr>
        <p:spPr>
          <a:xfrm>
            <a:off x="548640" y="6400800"/>
            <a:ext cx="7315200" cy="274320"/>
          </a:xfrm>
          <a:prstGeom prst="rect">
            <a:avLst/>
          </a:prstGeom>
          <a:noFill/>
          <a:ln/>
        </p:spPr>
        <p:txBody>
          <a:bodyPr wrap="square" lIns="0" tIns="0" rIns="0" bIns="0" rtlCol="0" anchor="ctr"/>
          <a:lstStyle/>
          <a:p>
            <a:pPr marL="0" indent="0">
              <a:buNone/>
            </a:pPr>
            <a:r>
              <a:rPr lang="en-US" sz="1000">
                <a:solidFill>
                  <a:srgbClr val="B08AE7"/>
                </a:solidFill>
              </a:rPr>
              <a:t>Ubuntu Innovations · IT Infrastructure Capstone</a:t>
            </a:r>
            <a:endParaRPr lang="en-US" sz="100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B08AE7"/>
                </a:solidFill>
              </a:defRPr>
            </a:lvl1pPr>
          </a:lstStyle>
          <a:p>
            <a:pPr algn="r"/>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VER">
    <p:bg>
      <p:bgPr>
        <a:solidFill>
          <a:srgbClr val="1D2951"/>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4A5474"/>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731520"/>
            <a:ext cx="6400800" cy="320040"/>
          </a:xfrm>
          <a:prstGeom prst="rect">
            <a:avLst/>
          </a:prstGeom>
          <a:noFill/>
          <a:ln/>
        </p:spPr>
        <p:txBody>
          <a:bodyPr wrap="square" lIns="0" tIns="0" rIns="0" bIns="0" rtlCol="0" anchor="t"/>
          <a:lstStyle/>
          <a:p>
            <a:pPr marL="0" indent="0">
              <a:buNone/>
            </a:pPr>
            <a:r>
              <a:rPr lang="en-US" sz="1400" b="1" kern="0" spc="300">
                <a:solidFill>
                  <a:srgbClr val="F57574"/>
                </a:solidFill>
                <a:latin typeface="IBM Plex Sans" pitchFamily="34" charset="0"/>
                <a:ea typeface="IBM Plex Sans" pitchFamily="34" charset="-122"/>
                <a:cs typeface="IBM Plex Sans" pitchFamily="34" charset="-120"/>
              </a:rPr>
              <a:t>CAPACITI · IT SUPPORT CAPSTONE</a:t>
            </a:r>
            <a:endParaRPr lang="en-US" sz="1400"/>
          </a:p>
        </p:txBody>
      </p:sp>
      <p:sp>
        <p:nvSpPr>
          <p:cNvPr id="3" name="Text 1"/>
          <p:cNvSpPr txBox="1"/>
          <p:nvPr/>
        </p:nvSpPr>
        <p:spPr>
          <a:xfrm>
            <a:off x="548640" y="1554480"/>
            <a:ext cx="6583680" cy="1828800"/>
          </a:xfrm>
          <a:prstGeom prst="rect">
            <a:avLst/>
          </a:prstGeom>
          <a:noFill/>
          <a:ln/>
        </p:spPr>
        <p:txBody>
          <a:bodyPr wrap="square" lIns="0" tIns="0" rIns="0" bIns="0" rtlCol="0" anchor="t"/>
          <a:lstStyle/>
          <a:p>
            <a:pPr marL="0" indent="0">
              <a:buNone/>
            </a:pPr>
            <a:r>
              <a:rPr lang="en-US" sz="5200" b="1">
                <a:solidFill>
                  <a:srgbClr val="FFFFFF"/>
                </a:solidFill>
                <a:latin typeface="Space Grotesk" pitchFamily="34" charset="0"/>
                <a:ea typeface="Space Grotesk" pitchFamily="34" charset="-122"/>
                <a:cs typeface="Space Grotesk" pitchFamily="34" charset="-120"/>
              </a:rPr>
              <a:t>IT Infrastructure &amp; Support Solution</a:t>
            </a:r>
            <a:endParaRPr lang="en-US" sz="5200"/>
          </a:p>
        </p:txBody>
      </p:sp>
      <p:sp>
        <p:nvSpPr>
          <p:cNvPr id="4" name="Text 2"/>
          <p:cNvSpPr txBox="1"/>
          <p:nvPr/>
        </p:nvSpPr>
        <p:spPr>
          <a:xfrm>
            <a:off x="548640" y="5029200"/>
            <a:ext cx="5943600" cy="411480"/>
          </a:xfrm>
          <a:prstGeom prst="rect">
            <a:avLst/>
          </a:prstGeom>
          <a:noFill/>
          <a:ln/>
        </p:spPr>
        <p:txBody>
          <a:bodyPr wrap="square" lIns="0" tIns="0" rIns="0" bIns="0" rtlCol="0" anchor="t"/>
          <a:lstStyle/>
          <a:p>
            <a:pPr marL="0" indent="0">
              <a:buNone/>
            </a:pPr>
            <a:r>
              <a:rPr lang="en-US" sz="2200" b="1">
                <a:solidFill>
                  <a:srgbClr val="FFFFFF"/>
                </a:solidFill>
                <a:latin typeface="IBM Plex Sans" pitchFamily="34" charset="0"/>
                <a:ea typeface="IBM Plex Sans" pitchFamily="34" charset="-122"/>
                <a:cs typeface="IBM Plex Sans" pitchFamily="34" charset="-120"/>
              </a:rPr>
              <a:t>Ubuntu Innovations (Pty) Ltd</a:t>
            </a:r>
            <a:endParaRPr lang="en-US" sz="2200"/>
          </a:p>
        </p:txBody>
      </p:sp>
      <p:sp>
        <p:nvSpPr>
          <p:cNvPr id="5" name="Text 3"/>
          <p:cNvSpPr txBox="1"/>
          <p:nvPr/>
        </p:nvSpPr>
        <p:spPr>
          <a:xfrm>
            <a:off x="548640" y="5486400"/>
            <a:ext cx="5943600" cy="365760"/>
          </a:xfrm>
          <a:prstGeom prst="rect">
            <a:avLst/>
          </a:prstGeom>
          <a:noFill/>
          <a:ln/>
        </p:spPr>
        <p:txBody>
          <a:bodyPr wrap="square" lIns="0" tIns="0" rIns="0" bIns="0" rtlCol="0" anchor="t"/>
          <a:lstStyle/>
          <a:p>
            <a:pPr marL="0" indent="0">
              <a:buNone/>
            </a:pPr>
            <a:r>
              <a:rPr lang="en-US" sz="1800">
                <a:solidFill>
                  <a:srgbClr val="B08AE7"/>
                </a:solidFill>
                <a:latin typeface="IBM Plex Sans" pitchFamily="34" charset="0"/>
                <a:ea typeface="IBM Plex Sans" pitchFamily="34" charset="-122"/>
                <a:cs typeface="IBM Plex Sans" pitchFamily="34" charset="-120"/>
              </a:rPr>
              <a:t>The Byte 5</a:t>
            </a:r>
            <a:endParaRPr lang="en-US" sz="1800"/>
          </a:p>
        </p:txBody>
      </p:sp>
      <p:sp>
        <p:nvSpPr>
          <p:cNvPr id="6" name="stat0"/>
          <p:cNvSpPr/>
          <p:nvPr/>
        </p:nvSpPr>
        <p:spPr>
          <a:xfrm>
            <a:off x="7863840" y="1280160"/>
            <a:ext cx="3749040" cy="2011680"/>
          </a:xfrm>
          <a:prstGeom prst="roundRect">
            <a:avLst>
              <a:gd name="adj" fmla="val 3636"/>
            </a:avLst>
          </a:prstGeom>
          <a:solidFill>
            <a:srgbClr val="4A5474"/>
          </a:solidFill>
          <a:ln/>
        </p:spPr>
      </p:sp>
      <p:sp>
        <p:nvSpPr>
          <p:cNvPr id="7" name="Text 5"/>
          <p:cNvSpPr txBox="1"/>
          <p:nvPr/>
        </p:nvSpPr>
        <p:spPr>
          <a:xfrm>
            <a:off x="8229600" y="1508760"/>
            <a:ext cx="3108960" cy="1097280"/>
          </a:xfrm>
          <a:prstGeom prst="rect">
            <a:avLst/>
          </a:prstGeom>
          <a:noFill/>
          <a:ln/>
        </p:spPr>
        <p:txBody>
          <a:bodyPr wrap="square" lIns="0" tIns="0" rIns="0" bIns="0" rtlCol="0" anchor="t"/>
          <a:lstStyle/>
          <a:p>
            <a:pPr marL="0" indent="0">
              <a:buNone/>
            </a:pPr>
            <a:r>
              <a:rPr lang="en-US" sz="7200" b="1">
                <a:solidFill>
                  <a:srgbClr val="F57574"/>
                </a:solidFill>
                <a:latin typeface="Space Grotesk" pitchFamily="34" charset="0"/>
                <a:ea typeface="Space Grotesk" pitchFamily="34" charset="-122"/>
                <a:cs typeface="Space Grotesk" pitchFamily="34" charset="-120"/>
              </a:rPr>
              <a:t>25</a:t>
            </a:r>
            <a:endParaRPr lang="en-US" sz="7200"/>
          </a:p>
        </p:txBody>
      </p:sp>
      <p:sp>
        <p:nvSpPr>
          <p:cNvPr id="8" name="Text 6"/>
          <p:cNvSpPr txBox="1"/>
          <p:nvPr/>
        </p:nvSpPr>
        <p:spPr>
          <a:xfrm>
            <a:off x="8229600" y="2651760"/>
            <a:ext cx="3108960" cy="411480"/>
          </a:xfrm>
          <a:prstGeom prst="rect">
            <a:avLst/>
          </a:prstGeom>
          <a:noFill/>
          <a:ln/>
        </p:spPr>
        <p:txBody>
          <a:bodyPr wrap="square" lIns="0" tIns="0" rIns="0" bIns="0" rtlCol="0" anchor="t"/>
          <a:lstStyle/>
          <a:p>
            <a:pPr marL="0" indent="0">
              <a:buNone/>
            </a:pPr>
            <a:r>
              <a:rPr lang="en-US" sz="2000">
                <a:solidFill>
                  <a:srgbClr val="FFFFFF"/>
                </a:solidFill>
                <a:latin typeface="IBM Plex Sans" pitchFamily="34" charset="0"/>
                <a:ea typeface="IBM Plex Sans" pitchFamily="34" charset="-122"/>
                <a:cs typeface="IBM Plex Sans" pitchFamily="34" charset="-120"/>
              </a:rPr>
              <a:t>employees</a:t>
            </a:r>
            <a:endParaRPr lang="en-US" sz="2000"/>
          </a:p>
        </p:txBody>
      </p:sp>
      <p:sp>
        <p:nvSpPr>
          <p:cNvPr id="9" name="stat1"/>
          <p:cNvSpPr/>
          <p:nvPr/>
        </p:nvSpPr>
        <p:spPr>
          <a:xfrm>
            <a:off x="7863840" y="3566160"/>
            <a:ext cx="3749040" cy="2011680"/>
          </a:xfrm>
          <a:prstGeom prst="roundRect">
            <a:avLst>
              <a:gd name="adj" fmla="val 3636"/>
            </a:avLst>
          </a:prstGeom>
          <a:solidFill>
            <a:srgbClr val="4A5474"/>
          </a:solidFill>
          <a:ln/>
        </p:spPr>
      </p:sp>
      <p:sp>
        <p:nvSpPr>
          <p:cNvPr id="10" name="Text 8"/>
          <p:cNvSpPr txBox="1"/>
          <p:nvPr/>
        </p:nvSpPr>
        <p:spPr>
          <a:xfrm>
            <a:off x="8229600" y="3794760"/>
            <a:ext cx="3108960" cy="1097280"/>
          </a:xfrm>
          <a:prstGeom prst="rect">
            <a:avLst/>
          </a:prstGeom>
          <a:noFill/>
          <a:ln/>
        </p:spPr>
        <p:txBody>
          <a:bodyPr wrap="square" lIns="0" tIns="0" rIns="0" bIns="0" rtlCol="0" anchor="t"/>
          <a:lstStyle/>
          <a:p>
            <a:pPr marL="0" indent="0">
              <a:buNone/>
            </a:pPr>
            <a:r>
              <a:rPr lang="en-US" sz="7200" b="1">
                <a:solidFill>
                  <a:srgbClr val="F57574"/>
                </a:solidFill>
                <a:latin typeface="Space Grotesk" pitchFamily="34" charset="0"/>
                <a:ea typeface="Space Grotesk" pitchFamily="34" charset="-122"/>
                <a:cs typeface="Space Grotesk" pitchFamily="34" charset="-120"/>
              </a:rPr>
              <a:t>5</a:t>
            </a:r>
            <a:endParaRPr lang="en-US" sz="7200"/>
          </a:p>
        </p:txBody>
      </p:sp>
      <p:sp>
        <p:nvSpPr>
          <p:cNvPr id="11" name="Text 9"/>
          <p:cNvSpPr txBox="1"/>
          <p:nvPr/>
        </p:nvSpPr>
        <p:spPr>
          <a:xfrm>
            <a:off x="8229600" y="4937760"/>
            <a:ext cx="3108960" cy="411480"/>
          </a:xfrm>
          <a:prstGeom prst="rect">
            <a:avLst/>
          </a:prstGeom>
          <a:noFill/>
          <a:ln/>
        </p:spPr>
        <p:txBody>
          <a:bodyPr wrap="square" lIns="0" tIns="0" rIns="0" bIns="0" rtlCol="0" anchor="t"/>
          <a:lstStyle/>
          <a:p>
            <a:pPr marL="0" indent="0">
              <a:buNone/>
            </a:pPr>
            <a:r>
              <a:rPr lang="en-US" sz="2000">
                <a:solidFill>
                  <a:srgbClr val="FFFFFF"/>
                </a:solidFill>
                <a:latin typeface="IBM Plex Sans" pitchFamily="34" charset="0"/>
                <a:ea typeface="IBM Plex Sans" pitchFamily="34" charset="-122"/>
                <a:cs typeface="IBM Plex Sans" pitchFamily="34" charset="-120"/>
              </a:rPr>
              <a:t>departments</a:t>
            </a:r>
            <a:endParaRPr lang="en-US" sz="2000"/>
          </a:p>
        </p:txBody>
      </p:sp>
      <p:sp>
        <p:nvSpPr>
          <p:cNvPr id="20" name="Team members"/>
          <p:cNvSpPr txBox="1"/>
          <p:nvPr/>
        </p:nvSpPr>
        <p:spPr>
          <a:xfrm>
            <a:off x="548640" y="5943600"/>
            <a:ext cx="11064240" cy="320040"/>
          </a:xfrm>
          <a:prstGeom prst="rect">
            <a:avLst/>
          </a:prstGeom>
          <a:noFill/>
        </p:spPr>
        <p:txBody>
          <a:bodyPr wrap="square" lIns="0" tIns="0" rIns="0" bIns="0" rtlCol="0" anchor="t"/>
          <a:lstStyle/>
          <a:p>
            <a:pPr marL="0" indent="0">
              <a:buNone/>
            </a:pPr>
            <a:r>
              <a:rPr lang="en-US" sz="1400">
                <a:solidFill>
                  <a:srgbClr val="FFFFFF"/>
                </a:solidFill>
                <a:latin typeface="IBM Plex Sans" pitchFamily="34" charset="0"/>
                <a:ea typeface="IBM Plex Sans" pitchFamily="34" charset="-122"/>
                <a:cs typeface="IBM Plex Sans" pitchFamily="34" charset="-120"/>
              </a:rPr>
              <a:t>Khanya Gusha  ·  Bronwyn Souls  ·  Emaad Mentor  ·  Siimphiwe Thwabuse  ·  Thapelo Moncho</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64240" cy="685800"/>
          </a:xfrm>
          <a:prstGeom prst="rect">
            <a:avLst/>
          </a:prstGeom>
          <a:noFill/>
          <a:ln/>
        </p:spPr>
        <p:txBody>
          <a:bodyPr wrap="square" lIns="0" tIns="0" rIns="0" bIns="0" rtlCol="0" anchor="t"/>
          <a:lstStyle/>
          <a:p>
            <a:pPr marL="0" indent="0" algn="l">
              <a:buNone/>
            </a:pPr>
            <a:r>
              <a:rPr lang="en-US" sz="3400" b="1">
                <a:solidFill>
                  <a:schemeClr val="tx1"/>
                </a:solidFill>
                <a:latin typeface="Space Grotesk" pitchFamily="34" charset="0"/>
                <a:ea typeface="Space Grotesk" pitchFamily="34" charset="-122"/>
                <a:cs typeface="Space Grotesk" pitchFamily="34" charset="-120"/>
              </a:rPr>
              <a:t>Business requirements</a:t>
            </a:r>
            <a:endParaRPr lang="en-US" sz="3400"/>
          </a:p>
        </p:txBody>
      </p:sp>
      <p:sp>
        <p:nvSpPr>
          <p:cNvPr id="3" name="req0"/>
          <p:cNvSpPr/>
          <p:nvPr/>
        </p:nvSpPr>
        <p:spPr>
          <a:xfrm>
            <a:off x="548640" y="1554480"/>
            <a:ext cx="2628900" cy="2560320"/>
          </a:xfrm>
          <a:prstGeom prst="roundRect">
            <a:avLst>
              <a:gd name="adj" fmla="val 2857"/>
            </a:avLst>
          </a:prstGeom>
          <a:solidFill>
            <a:srgbClr val="FFFFFF"/>
          </a:solidFill>
          <a:ln w="9525">
            <a:solidFill>
              <a:srgbClr val="BBBFCB"/>
            </a:solidFill>
            <a:prstDash val="solid"/>
          </a:ln>
        </p:spPr>
      </p:sp>
      <p:sp>
        <p:nvSpPr>
          <p:cNvPr id="4" name="req0Ic"/>
          <p:cNvSpPr/>
          <p:nvPr/>
        </p:nvSpPr>
        <p:spPr>
          <a:xfrm>
            <a:off x="868680" y="1874520"/>
            <a:ext cx="640080" cy="640080"/>
          </a:xfrm>
          <a:prstGeom prst="ellipse">
            <a:avLst/>
          </a:prstGeom>
          <a:solidFill>
            <a:srgbClr val="F1D1D1"/>
          </a:solidFill>
          <a:ln/>
        </p:spPr>
      </p:sp>
      <p:pic>
        <p:nvPicPr>
          <p:cNvPr id="5" name="Image 0" descr="preencoded.png"/>
          <p:cNvPicPr>
            <a:picLocks noChangeAspect="1"/>
          </p:cNvPicPr>
          <p:nvPr/>
        </p:nvPicPr>
        <p:blipFill>
          <a:blip r:embed="rId3"/>
          <a:stretch>
            <a:fillRect/>
          </a:stretch>
        </p:blipFill>
        <p:spPr>
          <a:xfrm>
            <a:off x="1024128" y="2029968"/>
            <a:ext cx="329184" cy="329184"/>
          </a:xfrm>
          <a:prstGeom prst="rect">
            <a:avLst/>
          </a:prstGeom>
        </p:spPr>
      </p:pic>
      <p:sp>
        <p:nvSpPr>
          <p:cNvPr id="6" name="Text 3"/>
          <p:cNvSpPr txBox="1"/>
          <p:nvPr/>
        </p:nvSpPr>
        <p:spPr>
          <a:xfrm>
            <a:off x="868680" y="2697480"/>
            <a:ext cx="1988820" cy="502920"/>
          </a:xfrm>
          <a:prstGeom prst="rect">
            <a:avLst/>
          </a:prstGeom>
          <a:noFill/>
          <a:ln/>
        </p:spPr>
        <p:txBody>
          <a:bodyPr wrap="square" lIns="0" tIns="0" rIns="0" bIns="0" rtlCol="0" anchor="t"/>
          <a:lstStyle/>
          <a:p>
            <a:pPr marL="0" indent="0">
              <a:buNone/>
            </a:pPr>
            <a:r>
              <a:rPr lang="en-US" sz="2200" b="1">
                <a:solidFill>
                  <a:srgbClr val="1D2951"/>
                </a:solidFill>
                <a:latin typeface="Space Grotesk" pitchFamily="34" charset="0"/>
                <a:ea typeface="Space Grotesk" pitchFamily="34" charset="-122"/>
                <a:cs typeface="Space Grotesk" pitchFamily="34" charset="-120"/>
              </a:rPr>
              <a:t>Connectivity</a:t>
            </a:r>
            <a:endParaRPr lang="en-US" sz="2200"/>
          </a:p>
        </p:txBody>
      </p:sp>
      <p:sp>
        <p:nvSpPr>
          <p:cNvPr id="7" name="Text 4"/>
          <p:cNvSpPr txBox="1"/>
          <p:nvPr/>
        </p:nvSpPr>
        <p:spPr>
          <a:xfrm>
            <a:off x="868680" y="3246120"/>
            <a:ext cx="1988820" cy="457200"/>
          </a:xfrm>
          <a:prstGeom prst="rect">
            <a:avLst/>
          </a:prstGeom>
          <a:noFill/>
          <a:ln/>
        </p:spPr>
        <p:txBody>
          <a:bodyPr wrap="square" lIns="0" tIns="0" rIns="0" bIns="0" rtlCol="0" anchor="t"/>
          <a:lstStyle/>
          <a:p>
            <a:pPr marL="0" indent="0">
              <a:buNone/>
            </a:pPr>
            <a:r>
              <a:rPr lang="en-US" sz="1700">
                <a:solidFill>
                  <a:srgbClr val="4A5474"/>
                </a:solidFill>
                <a:latin typeface="IBM Plex Sans" pitchFamily="34" charset="0"/>
                <a:ea typeface="IBM Plex Sans" pitchFamily="34" charset="-122"/>
                <a:cs typeface="IBM Plex Sans" pitchFamily="34" charset="-120"/>
              </a:rPr>
              <a:t>Wired + Wi-Fi, room to grow</a:t>
            </a:r>
            <a:endParaRPr lang="en-US" sz="1700"/>
          </a:p>
        </p:txBody>
      </p:sp>
      <p:sp>
        <p:nvSpPr>
          <p:cNvPr id="8" name="req1"/>
          <p:cNvSpPr/>
          <p:nvPr/>
        </p:nvSpPr>
        <p:spPr>
          <a:xfrm>
            <a:off x="3360420" y="1554480"/>
            <a:ext cx="2628900" cy="2560320"/>
          </a:xfrm>
          <a:prstGeom prst="roundRect">
            <a:avLst>
              <a:gd name="adj" fmla="val 2857"/>
            </a:avLst>
          </a:prstGeom>
          <a:solidFill>
            <a:srgbClr val="FFFFFF"/>
          </a:solidFill>
          <a:ln w="9525">
            <a:solidFill>
              <a:srgbClr val="BBBFCB"/>
            </a:solidFill>
            <a:prstDash val="solid"/>
          </a:ln>
        </p:spPr>
      </p:sp>
      <p:sp>
        <p:nvSpPr>
          <p:cNvPr id="9" name="req1Ic"/>
          <p:cNvSpPr/>
          <p:nvPr/>
        </p:nvSpPr>
        <p:spPr>
          <a:xfrm>
            <a:off x="3680460" y="1874520"/>
            <a:ext cx="640080" cy="640080"/>
          </a:xfrm>
          <a:prstGeom prst="ellipse">
            <a:avLst/>
          </a:prstGeom>
          <a:solidFill>
            <a:srgbClr val="F1D1D1"/>
          </a:solidFill>
          <a:ln/>
        </p:spPr>
      </p:sp>
      <p:pic>
        <p:nvPicPr>
          <p:cNvPr id="10" name="Image 1" descr="preencoded.png"/>
          <p:cNvPicPr>
            <a:picLocks noChangeAspect="1"/>
          </p:cNvPicPr>
          <p:nvPr/>
        </p:nvPicPr>
        <p:blipFill>
          <a:blip r:embed="rId4"/>
          <a:stretch>
            <a:fillRect/>
          </a:stretch>
        </p:blipFill>
        <p:spPr>
          <a:xfrm>
            <a:off x="3835908" y="2029968"/>
            <a:ext cx="329184" cy="329184"/>
          </a:xfrm>
          <a:prstGeom prst="rect">
            <a:avLst/>
          </a:prstGeom>
        </p:spPr>
      </p:pic>
      <p:sp>
        <p:nvSpPr>
          <p:cNvPr id="11" name="Text 7"/>
          <p:cNvSpPr txBox="1"/>
          <p:nvPr/>
        </p:nvSpPr>
        <p:spPr>
          <a:xfrm>
            <a:off x="3680460" y="2697480"/>
            <a:ext cx="1988820" cy="502920"/>
          </a:xfrm>
          <a:prstGeom prst="rect">
            <a:avLst/>
          </a:prstGeom>
          <a:noFill/>
          <a:ln/>
        </p:spPr>
        <p:txBody>
          <a:bodyPr wrap="square" lIns="0" tIns="0" rIns="0" bIns="0" rtlCol="0" anchor="t"/>
          <a:lstStyle/>
          <a:p>
            <a:pPr marL="0" indent="0">
              <a:buNone/>
            </a:pPr>
            <a:r>
              <a:rPr lang="en-US" sz="2200" b="1">
                <a:solidFill>
                  <a:srgbClr val="1D2951"/>
                </a:solidFill>
                <a:latin typeface="Space Grotesk" pitchFamily="34" charset="0"/>
                <a:ea typeface="Space Grotesk" pitchFamily="34" charset="-122"/>
                <a:cs typeface="Space Grotesk" pitchFamily="34" charset="-120"/>
              </a:rPr>
              <a:t>Resources</a:t>
            </a:r>
            <a:endParaRPr lang="en-US" sz="2200"/>
          </a:p>
        </p:txBody>
      </p:sp>
      <p:sp>
        <p:nvSpPr>
          <p:cNvPr id="12" name="Text 8"/>
          <p:cNvSpPr txBox="1"/>
          <p:nvPr/>
        </p:nvSpPr>
        <p:spPr>
          <a:xfrm>
            <a:off x="3680460" y="3246120"/>
            <a:ext cx="1988820" cy="457200"/>
          </a:xfrm>
          <a:prstGeom prst="rect">
            <a:avLst/>
          </a:prstGeom>
          <a:noFill/>
          <a:ln/>
        </p:spPr>
        <p:txBody>
          <a:bodyPr wrap="square" lIns="0" tIns="0" rIns="0" bIns="0" rtlCol="0" anchor="t"/>
          <a:lstStyle/>
          <a:p>
            <a:pPr marL="0" indent="0">
              <a:buNone/>
            </a:pPr>
            <a:r>
              <a:rPr lang="en-US" sz="1700">
                <a:solidFill>
                  <a:srgbClr val="4A5474"/>
                </a:solidFill>
                <a:latin typeface="IBM Plex Sans" pitchFamily="34" charset="0"/>
                <a:ea typeface="IBM Plex Sans" pitchFamily="34" charset="-122"/>
                <a:cs typeface="IBM Plex Sans" pitchFamily="34" charset="-120"/>
              </a:rPr>
              <a:t>NAS · printers · software</a:t>
            </a:r>
            <a:endParaRPr lang="en-US" sz="1700"/>
          </a:p>
        </p:txBody>
      </p:sp>
      <p:sp>
        <p:nvSpPr>
          <p:cNvPr id="13" name="req2"/>
          <p:cNvSpPr/>
          <p:nvPr/>
        </p:nvSpPr>
        <p:spPr>
          <a:xfrm>
            <a:off x="6172200" y="1554480"/>
            <a:ext cx="2628900" cy="2560320"/>
          </a:xfrm>
          <a:prstGeom prst="roundRect">
            <a:avLst>
              <a:gd name="adj" fmla="val 2857"/>
            </a:avLst>
          </a:prstGeom>
          <a:solidFill>
            <a:srgbClr val="FFFFFF"/>
          </a:solidFill>
          <a:ln w="9525">
            <a:solidFill>
              <a:srgbClr val="BBBFCB"/>
            </a:solidFill>
            <a:prstDash val="solid"/>
          </a:ln>
        </p:spPr>
      </p:sp>
      <p:sp>
        <p:nvSpPr>
          <p:cNvPr id="14" name="req2Ic"/>
          <p:cNvSpPr/>
          <p:nvPr/>
        </p:nvSpPr>
        <p:spPr>
          <a:xfrm>
            <a:off x="6492240" y="1874520"/>
            <a:ext cx="640080" cy="640080"/>
          </a:xfrm>
          <a:prstGeom prst="ellipse">
            <a:avLst/>
          </a:prstGeom>
          <a:solidFill>
            <a:srgbClr val="F1D1D1"/>
          </a:solidFill>
          <a:ln/>
        </p:spPr>
      </p:sp>
      <p:pic>
        <p:nvPicPr>
          <p:cNvPr id="15" name="Image 2" descr="preencoded.png"/>
          <p:cNvPicPr>
            <a:picLocks noChangeAspect="1"/>
          </p:cNvPicPr>
          <p:nvPr/>
        </p:nvPicPr>
        <p:blipFill>
          <a:blip r:embed="rId5"/>
          <a:stretch>
            <a:fillRect/>
          </a:stretch>
        </p:blipFill>
        <p:spPr>
          <a:xfrm>
            <a:off x="6647688" y="2029968"/>
            <a:ext cx="329184" cy="329184"/>
          </a:xfrm>
          <a:prstGeom prst="rect">
            <a:avLst/>
          </a:prstGeom>
        </p:spPr>
      </p:pic>
      <p:sp>
        <p:nvSpPr>
          <p:cNvPr id="16" name="Text 11"/>
          <p:cNvSpPr txBox="1"/>
          <p:nvPr/>
        </p:nvSpPr>
        <p:spPr>
          <a:xfrm>
            <a:off x="6492240" y="2697480"/>
            <a:ext cx="1988820" cy="502920"/>
          </a:xfrm>
          <a:prstGeom prst="rect">
            <a:avLst/>
          </a:prstGeom>
          <a:noFill/>
          <a:ln/>
        </p:spPr>
        <p:txBody>
          <a:bodyPr wrap="square" lIns="0" tIns="0" rIns="0" bIns="0" rtlCol="0" anchor="t"/>
          <a:lstStyle/>
          <a:p>
            <a:pPr marL="0" indent="0">
              <a:buNone/>
            </a:pPr>
            <a:r>
              <a:rPr lang="en-US" sz="2200" b="1">
                <a:solidFill>
                  <a:srgbClr val="1D2951"/>
                </a:solidFill>
                <a:latin typeface="Space Grotesk" pitchFamily="34" charset="0"/>
                <a:ea typeface="Space Grotesk" pitchFamily="34" charset="-122"/>
                <a:cs typeface="Space Grotesk" pitchFamily="34" charset="-120"/>
              </a:rPr>
              <a:t>Security</a:t>
            </a:r>
            <a:endParaRPr lang="en-US" sz="2200"/>
          </a:p>
        </p:txBody>
      </p:sp>
      <p:sp>
        <p:nvSpPr>
          <p:cNvPr id="17" name="Text 12"/>
          <p:cNvSpPr txBox="1"/>
          <p:nvPr/>
        </p:nvSpPr>
        <p:spPr>
          <a:xfrm>
            <a:off x="6492240" y="3246120"/>
            <a:ext cx="1988820" cy="457200"/>
          </a:xfrm>
          <a:prstGeom prst="rect">
            <a:avLst/>
          </a:prstGeom>
          <a:noFill/>
          <a:ln/>
        </p:spPr>
        <p:txBody>
          <a:bodyPr wrap="square" lIns="0" tIns="0" rIns="0" bIns="0" rtlCol="0" anchor="t"/>
          <a:lstStyle/>
          <a:p>
            <a:pPr marL="0" indent="0">
              <a:buNone/>
            </a:pPr>
            <a:r>
              <a:rPr lang="en-US" sz="1700">
                <a:solidFill>
                  <a:srgbClr val="4A5474"/>
                </a:solidFill>
                <a:latin typeface="IBM Plex Sans" pitchFamily="34" charset="0"/>
                <a:ea typeface="IBM Plex Sans" pitchFamily="34" charset="-122"/>
                <a:cs typeface="IBM Plex Sans" pitchFamily="34" charset="-120"/>
              </a:rPr>
              <a:t>Own accounts · private data</a:t>
            </a:r>
            <a:endParaRPr lang="en-US" sz="1700"/>
          </a:p>
        </p:txBody>
      </p:sp>
      <p:sp>
        <p:nvSpPr>
          <p:cNvPr id="18" name="req3"/>
          <p:cNvSpPr/>
          <p:nvPr/>
        </p:nvSpPr>
        <p:spPr>
          <a:xfrm>
            <a:off x="8983980" y="1554480"/>
            <a:ext cx="2628900" cy="2560320"/>
          </a:xfrm>
          <a:prstGeom prst="roundRect">
            <a:avLst>
              <a:gd name="adj" fmla="val 2857"/>
            </a:avLst>
          </a:prstGeom>
          <a:solidFill>
            <a:srgbClr val="FFFFFF"/>
          </a:solidFill>
          <a:ln w="9525">
            <a:solidFill>
              <a:srgbClr val="BBBFCB"/>
            </a:solidFill>
            <a:prstDash val="solid"/>
          </a:ln>
        </p:spPr>
      </p:sp>
      <p:sp>
        <p:nvSpPr>
          <p:cNvPr id="19" name="req3Ic"/>
          <p:cNvSpPr/>
          <p:nvPr/>
        </p:nvSpPr>
        <p:spPr>
          <a:xfrm>
            <a:off x="9304020" y="1874520"/>
            <a:ext cx="640080" cy="640080"/>
          </a:xfrm>
          <a:prstGeom prst="ellipse">
            <a:avLst/>
          </a:prstGeom>
          <a:solidFill>
            <a:srgbClr val="F1D1D1"/>
          </a:solidFill>
          <a:ln/>
        </p:spPr>
      </p:sp>
      <p:pic>
        <p:nvPicPr>
          <p:cNvPr id="20" name="Image 3" descr="preencoded.png"/>
          <p:cNvPicPr>
            <a:picLocks noChangeAspect="1"/>
          </p:cNvPicPr>
          <p:nvPr/>
        </p:nvPicPr>
        <p:blipFill>
          <a:blip r:embed="rId6"/>
          <a:stretch>
            <a:fillRect/>
          </a:stretch>
        </p:blipFill>
        <p:spPr>
          <a:xfrm>
            <a:off x="9459468" y="2029968"/>
            <a:ext cx="329184" cy="329184"/>
          </a:xfrm>
          <a:prstGeom prst="rect">
            <a:avLst/>
          </a:prstGeom>
        </p:spPr>
      </p:pic>
      <p:sp>
        <p:nvSpPr>
          <p:cNvPr id="21" name="Text 15"/>
          <p:cNvSpPr txBox="1"/>
          <p:nvPr/>
        </p:nvSpPr>
        <p:spPr>
          <a:xfrm>
            <a:off x="9304020" y="2697480"/>
            <a:ext cx="1988820" cy="502920"/>
          </a:xfrm>
          <a:prstGeom prst="rect">
            <a:avLst/>
          </a:prstGeom>
          <a:noFill/>
          <a:ln/>
        </p:spPr>
        <p:txBody>
          <a:bodyPr wrap="square" lIns="0" tIns="0" rIns="0" bIns="0" rtlCol="0" anchor="t"/>
          <a:lstStyle/>
          <a:p>
            <a:pPr marL="0" indent="0">
              <a:buNone/>
            </a:pPr>
            <a:r>
              <a:rPr lang="en-US" sz="2200" b="1">
                <a:solidFill>
                  <a:srgbClr val="1D2951"/>
                </a:solidFill>
                <a:latin typeface="Space Grotesk" pitchFamily="34" charset="0"/>
                <a:ea typeface="Space Grotesk" pitchFamily="34" charset="-122"/>
                <a:cs typeface="Space Grotesk" pitchFamily="34" charset="-120"/>
              </a:rPr>
              <a:t>Resilience</a:t>
            </a:r>
            <a:endParaRPr lang="en-US" sz="2200"/>
          </a:p>
        </p:txBody>
      </p:sp>
      <p:sp>
        <p:nvSpPr>
          <p:cNvPr id="22" name="Text 16"/>
          <p:cNvSpPr txBox="1"/>
          <p:nvPr/>
        </p:nvSpPr>
        <p:spPr>
          <a:xfrm>
            <a:off x="9304020" y="3246120"/>
            <a:ext cx="1988820" cy="457200"/>
          </a:xfrm>
          <a:prstGeom prst="rect">
            <a:avLst/>
          </a:prstGeom>
          <a:noFill/>
          <a:ln/>
        </p:spPr>
        <p:txBody>
          <a:bodyPr wrap="square" lIns="0" tIns="0" rIns="0" bIns="0" rtlCol="0" anchor="t"/>
          <a:lstStyle/>
          <a:p>
            <a:pPr marL="0" indent="0">
              <a:buNone/>
            </a:pPr>
            <a:r>
              <a:rPr lang="en-US" sz="1700">
                <a:solidFill>
                  <a:srgbClr val="4A5474"/>
                </a:solidFill>
                <a:latin typeface="IBM Plex Sans" pitchFamily="34" charset="0"/>
                <a:ea typeface="IBM Plex Sans" pitchFamily="34" charset="-122"/>
                <a:cs typeface="IBM Plex Sans" pitchFamily="34" charset="-120"/>
              </a:rPr>
              <a:t>Backups · documentation</a:t>
            </a:r>
            <a:endParaRPr lang="en-US" sz="1700"/>
          </a:p>
        </p:txBody>
      </p:sp>
      <p:sp>
        <p:nvSpPr>
          <p:cNvPr id="23" name="Text 17"/>
          <p:cNvSpPr txBox="1"/>
          <p:nvPr/>
        </p:nvSpPr>
        <p:spPr>
          <a:xfrm>
            <a:off x="548640" y="4663440"/>
            <a:ext cx="11064240" cy="548640"/>
          </a:xfrm>
          <a:prstGeom prst="rect">
            <a:avLst/>
          </a:prstGeom>
          <a:noFill/>
          <a:ln/>
        </p:spPr>
        <p:txBody>
          <a:bodyPr wrap="square" lIns="0" tIns="0" rIns="0" bIns="0" rtlCol="0" anchor="t"/>
          <a:lstStyle/>
          <a:p>
            <a:pPr marL="0" indent="0">
              <a:buNone/>
            </a:pPr>
            <a:r>
              <a:rPr lang="en-US" sz="2400" b="1">
                <a:solidFill>
                  <a:srgbClr val="F57574"/>
                </a:solidFill>
                <a:latin typeface="IBM Plex Sans" pitchFamily="34" charset="0"/>
                <a:ea typeface="IBM Plex Sans" pitchFamily="34" charset="-122"/>
                <a:cs typeface="IBM Plex Sans" pitchFamily="34" charset="-120"/>
              </a:rPr>
              <a:t>Goal: </a:t>
            </a:r>
            <a:r>
              <a:rPr lang="en-US" sz="2400">
                <a:solidFill>
                  <a:srgbClr val="1D2951"/>
                </a:solidFill>
                <a:latin typeface="IBM Plex Sans" pitchFamily="34" charset="0"/>
                <a:ea typeface="IBM Plex Sans" pitchFamily="34" charset="-122"/>
                <a:cs typeface="IBM Plex Sans" pitchFamily="34" charset="-120"/>
              </a:rPr>
              <a:t>secure, reliable, recoverable</a:t>
            </a:r>
            <a:endParaRPr lang="en-US" sz="240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4A5474"/>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64240" cy="685800"/>
          </a:xfrm>
          <a:prstGeom prst="rect">
            <a:avLst/>
          </a:prstGeom>
          <a:noFill/>
          <a:ln/>
        </p:spPr>
        <p:txBody>
          <a:bodyPr wrap="square" lIns="0" tIns="0" rIns="0" bIns="0" rtlCol="0" anchor="t"/>
          <a:lstStyle/>
          <a:p>
            <a:pPr marL="0" indent="0" algn="l">
              <a:buNone/>
            </a:pPr>
            <a:r>
              <a:rPr lang="en-US" sz="3400" b="1">
                <a:solidFill>
                  <a:schemeClr val="tx1"/>
                </a:solidFill>
                <a:latin typeface="Space Grotesk" pitchFamily="34" charset="0"/>
                <a:ea typeface="Space Grotesk" pitchFamily="34" charset="-122"/>
                <a:cs typeface="Space Grotesk" pitchFamily="34" charset="-120"/>
              </a:rPr>
              <a:t>Hardware recommendations</a:t>
            </a:r>
            <a:endParaRPr lang="en-US" sz="340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4690872"/>
        </p:xfrm>
        <a:graphic>
          <a:graphicData uri="http://schemas.openxmlformats.org/drawingml/2006/table">
            <a:tbl>
              <a:tblPr/>
              <a:tblGrid>
                <a:gridCol w="420624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5486400">
                  <a:extLst>
                    <a:ext uri="{9D8B030D-6E8A-4147-A177-3AD203B41FA5}">
                      <a16:colId xmlns:a16="http://schemas.microsoft.com/office/drawing/2014/main" val="20002"/>
                    </a:ext>
                  </a:extLst>
                </a:gridCol>
              </a:tblGrid>
              <a:tr h="521208">
                <a:tc>
                  <a:txBody>
                    <a:bodyPr/>
                    <a:lstStyle/>
                    <a:p>
                      <a:pPr marL="0" indent="0">
                        <a:buNone/>
                      </a:pPr>
                      <a:r>
                        <a:rPr lang="en-US" sz="1800" b="1">
                          <a:solidFill>
                            <a:srgbClr val="FFFFFF"/>
                          </a:solidFill>
                          <a:latin typeface="IBM Plex Sans" pitchFamily="34" charset="0"/>
                          <a:ea typeface="IBM Plex Sans" pitchFamily="34" charset="-122"/>
                          <a:cs typeface="IBM Plex Sans" pitchFamily="34" charset="-120"/>
                        </a:rPr>
                        <a:t>Asset</a:t>
                      </a:r>
                      <a:endParaRPr lang="en-US" sz="1800">
                        <a:latin typeface="IBM Plex Sans" charset="0"/>
                        <a:ea typeface="IBM Plex Sans" charset="0"/>
                        <a:cs typeface="IBM Plex Sans" charset="0"/>
                      </a:endParaRPr>
                    </a:p>
                  </a:txBody>
                  <a:tcPr marL="109728" marR="109728" marT="36576" marB="36576" anchor="ctr">
                    <a:lnL w="9525" cap="flat" cmpd="sng" algn="ctr">
                      <a:solidFill>
                        <a:srgbClr val="BBBFCB"/>
                      </a:solidFill>
                      <a:prstDash val="solid"/>
                      <a:round/>
                      <a:headEnd type="none" w="med" len="med"/>
                      <a:tailEnd type="none" w="med" len="med"/>
                    </a:lnL>
                    <a:lnR w="9525" cap="flat" cmpd="sng" algn="ctr">
                      <a:solidFill>
                        <a:srgbClr val="BBBFCB"/>
                      </a:solidFill>
                      <a:prstDash val="solid"/>
                      <a:round/>
                      <a:headEnd type="none" w="med" len="med"/>
                      <a:tailEnd type="none" w="med" len="med"/>
                    </a:lnR>
                    <a:lnT w="9525" cap="flat" cmpd="sng" algn="ctr">
                      <a:solidFill>
                        <a:srgbClr val="BBBFCB"/>
                      </a:solidFill>
                      <a:prstDash val="solid"/>
                      <a:round/>
                      <a:headEnd type="none" w="med" len="med"/>
                      <a:tailEnd type="none" w="med" len="med"/>
                    </a:lnT>
                    <a:lnB w="9525" cap="flat" cmpd="sng" algn="ctr">
                      <a:solidFill>
                        <a:srgbClr val="BBBFCB"/>
                      </a:solidFill>
                      <a:prstDash val="solid"/>
                      <a:round/>
                      <a:headEnd type="none" w="med" len="med"/>
                      <a:tailEnd type="none" w="med" len="med"/>
                    </a:lnB>
                    <a:solidFill>
                      <a:srgbClr val="1D2951"/>
                    </a:solidFill>
                  </a:tcPr>
                </a:tc>
                <a:tc>
                  <a:txBody>
                    <a:bodyPr/>
                    <a:lstStyle/>
                    <a:p>
                      <a:pPr marL="0" indent="0">
                        <a:buNone/>
                      </a:pPr>
                      <a:r>
                        <a:rPr lang="en-US" sz="1800" b="1">
                          <a:solidFill>
                            <a:srgbClr val="FFFFFF"/>
                          </a:solidFill>
                          <a:latin typeface="IBM Plex Sans" pitchFamily="34" charset="0"/>
                          <a:ea typeface="IBM Plex Sans" pitchFamily="34" charset="-122"/>
                          <a:cs typeface="IBM Plex Sans" pitchFamily="34" charset="-120"/>
                        </a:rPr>
                        <a:t>Qty</a:t>
                      </a:r>
                      <a:endParaRPr lang="en-US" sz="1800">
                        <a:latin typeface="IBM Plex Sans" charset="0"/>
                        <a:ea typeface="IBM Plex Sans" charset="0"/>
                        <a:cs typeface="IBM Plex Sans" charset="0"/>
                      </a:endParaRPr>
                    </a:p>
                  </a:txBody>
                  <a:tcPr marL="109728" marR="109728" marT="36576" marB="36576" anchor="ctr">
                    <a:lnL w="9525" cap="flat" cmpd="sng" algn="ctr">
                      <a:solidFill>
                        <a:srgbClr val="BBBFCB"/>
                      </a:solidFill>
                      <a:prstDash val="solid"/>
                      <a:round/>
                      <a:headEnd type="none" w="med" len="med"/>
                      <a:tailEnd type="none" w="med" len="med"/>
                    </a:lnL>
                    <a:lnR w="9525" cap="flat" cmpd="sng" algn="ctr">
                      <a:solidFill>
                        <a:srgbClr val="BBBFCB"/>
                      </a:solidFill>
                      <a:prstDash val="solid"/>
                      <a:round/>
                      <a:headEnd type="none" w="med" len="med"/>
                      <a:tailEnd type="none" w="med" len="med"/>
                    </a:lnR>
                    <a:lnT w="9525" cap="flat" cmpd="sng" algn="ctr">
                      <a:solidFill>
                        <a:srgbClr val="BBBFCB"/>
                      </a:solidFill>
                      <a:prstDash val="solid"/>
                      <a:round/>
                      <a:headEnd type="none" w="med" len="med"/>
                      <a:tailEnd type="none" w="med" len="med"/>
                    </a:lnT>
                    <a:lnB w="9525" cap="flat" cmpd="sng" algn="ctr">
                      <a:solidFill>
                        <a:srgbClr val="BBBFCB"/>
                      </a:solidFill>
                      <a:prstDash val="solid"/>
                      <a:round/>
                      <a:headEnd type="none" w="med" len="med"/>
                      <a:tailEnd type="none" w="med" len="med"/>
                    </a:lnB>
                    <a:solidFill>
                      <a:srgbClr val="1D2951"/>
                    </a:solidFill>
                  </a:tcPr>
                </a:tc>
                <a:tc>
                  <a:txBody>
                    <a:bodyPr/>
                    <a:lstStyle/>
                    <a:p>
                      <a:pPr marL="0" indent="0">
                        <a:buNone/>
                      </a:pPr>
                      <a:r>
                        <a:rPr lang="en-US" sz="1800" b="1">
                          <a:solidFill>
                            <a:srgbClr val="FFFFFF"/>
                          </a:solidFill>
                          <a:latin typeface="IBM Plex Sans" pitchFamily="34" charset="0"/>
                          <a:ea typeface="IBM Plex Sans" pitchFamily="34" charset="-122"/>
                          <a:cs typeface="IBM Plex Sans" pitchFamily="34" charset="-120"/>
                        </a:rPr>
                        <a:t>Key spec</a:t>
                      </a:r>
                      <a:endParaRPr lang="en-US" sz="1800">
                        <a:latin typeface="IBM Plex Sans" charset="0"/>
                        <a:ea typeface="IBM Plex Sans" charset="0"/>
                        <a:cs typeface="IBM Plex Sans" charset="0"/>
                      </a:endParaRPr>
                    </a:p>
                  </a:txBody>
                  <a:tcPr marL="109728" marR="109728" marT="36576" marB="36576" anchor="ctr">
                    <a:lnL w="9525" cap="flat" cmpd="sng" algn="ctr">
                      <a:solidFill>
                        <a:srgbClr val="BBBFCB"/>
                      </a:solidFill>
                      <a:prstDash val="solid"/>
                      <a:round/>
                      <a:headEnd type="none" w="med" len="med"/>
                      <a:tailEnd type="none" w="med" len="med"/>
                    </a:lnL>
                    <a:lnR w="9525" cap="flat" cmpd="sng" algn="ctr">
                      <a:solidFill>
                        <a:srgbClr val="BBBFCB"/>
                      </a:solidFill>
                      <a:prstDash val="solid"/>
                      <a:round/>
                      <a:headEnd type="none" w="med" len="med"/>
                      <a:tailEnd type="none" w="med" len="med"/>
                    </a:lnR>
                    <a:lnT w="9525" cap="flat" cmpd="sng" algn="ctr">
                      <a:solidFill>
                        <a:srgbClr val="BBBFCB"/>
                      </a:solidFill>
                      <a:prstDash val="solid"/>
                      <a:round/>
                      <a:headEnd type="none" w="med" len="med"/>
                      <a:tailEnd type="none" w="med" len="med"/>
                    </a:lnT>
                    <a:lnB w="9525" cap="flat" cmpd="sng" algn="ctr">
                      <a:solidFill>
                        <a:srgbClr val="BBBFCB"/>
                      </a:solidFill>
                      <a:prstDash val="solid"/>
                      <a:round/>
                      <a:headEnd type="none" w="med" len="med"/>
                      <a:tailEnd type="none" w="med" len="med"/>
                    </a:lnB>
                    <a:solidFill>
                      <a:srgbClr val="1D2951"/>
                    </a:solidFill>
                  </a:tcPr>
                </a:tc>
                <a:extLst>
                  <a:ext uri="{0D108BD9-81ED-4DB2-BD59-A6C34878D82A}">
                    <a16:rowId xmlns:a16="http://schemas.microsoft.com/office/drawing/2014/main" val="10000"/>
                  </a:ext>
                </a:extLst>
              </a:tr>
              <a:tr h="521208">
                <a:tc>
                  <a:txBody>
                    <a:bodyPr/>
                    <a:lstStyle/>
                    <a:p>
                      <a:pPr marL="0" indent="0">
                        <a:buNone/>
                      </a:pPr>
                      <a:r>
                        <a:rPr lang="en-US" sz="1800" b="1">
                          <a:solidFill>
                            <a:srgbClr val="1D2951"/>
                          </a:solidFill>
                          <a:latin typeface="IBM Plex Sans" pitchFamily="34" charset="0"/>
                          <a:ea typeface="IBM Plex Sans" pitchFamily="34" charset="-122"/>
                          <a:cs typeface="IBM Plex Sans" pitchFamily="34" charset="-120"/>
                        </a:rPr>
                        <a:t>Desktops</a:t>
                      </a:r>
                      <a:endParaRPr lang="en-US" sz="1800">
                        <a:latin typeface="IBM Plex Sans" charset="0"/>
                        <a:ea typeface="IBM Plex Sans" charset="0"/>
                        <a:cs typeface="IBM Plex Sans" charset="0"/>
                      </a:endParaRPr>
                    </a:p>
                  </a:txBody>
                  <a:tcPr marL="109728" marR="109728" marT="36576" marB="36576" anchor="ctr">
                    <a:lnL w="9525" cap="flat" cmpd="sng" algn="ctr">
                      <a:solidFill>
                        <a:srgbClr val="BBBFCB"/>
                      </a:solidFill>
                      <a:prstDash val="solid"/>
                      <a:round/>
                      <a:headEnd type="none" w="med" len="med"/>
                      <a:tailEnd type="none" w="med" len="med"/>
                    </a:lnL>
                    <a:lnR w="9525" cap="flat" cmpd="sng" algn="ctr">
                      <a:solidFill>
                        <a:srgbClr val="BBBFCB"/>
                      </a:solidFill>
                      <a:prstDash val="solid"/>
                      <a:round/>
                      <a:headEnd type="none" w="med" len="med"/>
                      <a:tailEnd type="none" w="med" len="med"/>
                    </a:lnR>
                    <a:lnT w="9525" cap="flat" cmpd="sng" algn="ctr">
                      <a:solidFill>
                        <a:srgbClr val="BBBFCB"/>
                      </a:solidFill>
                      <a:prstDash val="solid"/>
                      <a:round/>
                      <a:headEnd type="none" w="med" len="med"/>
                      <a:tailEnd type="none" w="med" len="med"/>
                    </a:lnT>
                    <a:lnB w="9525" cap="flat" cmpd="sng" algn="ctr">
                      <a:solidFill>
                        <a:srgbClr val="BBBFCB"/>
                      </a:solidFill>
                      <a:prstDash val="solid"/>
                      <a:round/>
                      <a:headEnd type="none" w="med" len="med"/>
                      <a:tailEnd type="none" w="med" len="med"/>
                    </a:lnB>
                    <a:solidFill>
                      <a:srgbClr val="FFFFFF"/>
                    </a:solidFill>
                  </a:tcPr>
                </a:tc>
                <a:tc>
                  <a:txBody>
                    <a:bodyPr/>
                    <a:lstStyle/>
                    <a:p>
                      <a:pPr marL="0" indent="0" algn="ctr">
                        <a:buNone/>
                      </a:pPr>
                      <a:r>
                        <a:rPr lang="en-US" sz="1800" b="1">
                          <a:solidFill>
                            <a:srgbClr val="F57574"/>
                          </a:solidFill>
                          <a:latin typeface="IBM Plex Sans" pitchFamily="34" charset="0"/>
                          <a:ea typeface="IBM Plex Sans" pitchFamily="34" charset="-122"/>
                          <a:cs typeface="IBM Plex Sans" pitchFamily="34" charset="-120"/>
                        </a:rPr>
                        <a:t>20</a:t>
                      </a:r>
                      <a:endParaRPr lang="en-US" sz="1800">
                        <a:latin typeface="IBM Plex Sans" charset="0"/>
                        <a:ea typeface="IBM Plex Sans" charset="0"/>
                        <a:cs typeface="IBM Plex Sans" charset="0"/>
                      </a:endParaRPr>
                    </a:p>
                  </a:txBody>
                  <a:tcPr marL="109728" marR="109728" marT="36576" marB="36576" anchor="ctr">
                    <a:lnL w="9525" cap="flat" cmpd="sng" algn="ctr">
                      <a:solidFill>
                        <a:srgbClr val="BBBFCB"/>
                      </a:solidFill>
                      <a:prstDash val="solid"/>
                      <a:round/>
                      <a:headEnd type="none" w="med" len="med"/>
                      <a:tailEnd type="none" w="med" len="med"/>
                    </a:lnL>
                    <a:lnR w="9525" cap="flat" cmpd="sng" algn="ctr">
                      <a:solidFill>
                        <a:srgbClr val="BBBFCB"/>
                      </a:solidFill>
                      <a:prstDash val="solid"/>
                      <a:round/>
                      <a:headEnd type="none" w="med" len="med"/>
                      <a:tailEnd type="none" w="med" len="med"/>
                    </a:lnR>
                    <a:lnT w="9525" cap="flat" cmpd="sng" algn="ctr">
                      <a:solidFill>
                        <a:srgbClr val="BBBFCB"/>
                      </a:solidFill>
                      <a:prstDash val="solid"/>
                      <a:round/>
                      <a:headEnd type="none" w="med" len="med"/>
                      <a:tailEnd type="none" w="med" len="med"/>
                    </a:lnT>
                    <a:lnB w="9525" cap="flat" cmpd="sng" algn="ctr">
                      <a:solidFill>
                        <a:srgbClr val="BBBFCB"/>
                      </a:solidFill>
                      <a:prstDash val="solid"/>
                      <a:round/>
                      <a:headEnd type="none" w="med" len="med"/>
                      <a:tailEnd type="none" w="med" len="med"/>
                    </a:lnB>
                    <a:solidFill>
                      <a:srgbClr val="FFFFFF"/>
                    </a:solidFill>
                  </a:tcPr>
                </a:tc>
                <a:tc>
                  <a:txBody>
                    <a:bodyPr/>
                    <a:lstStyle/>
                    <a:p>
                      <a:pPr marL="0" indent="0">
                        <a:buNone/>
                      </a:pPr>
                      <a:r>
                        <a:rPr lang="en-US" sz="1800">
                          <a:solidFill>
                            <a:srgbClr val="1D2951"/>
                          </a:solidFill>
                          <a:latin typeface="IBM Plex Sans" pitchFamily="34" charset="0"/>
                          <a:ea typeface="IBM Plex Sans" pitchFamily="34" charset="-122"/>
                          <a:cs typeface="IBM Plex Sans" pitchFamily="34" charset="-120"/>
                        </a:rPr>
                        <a:t>i5 · 16GB · 512GB SSD</a:t>
                      </a:r>
                      <a:endParaRPr lang="en-US" sz="1800">
                        <a:latin typeface="IBM Plex Sans" charset="0"/>
                        <a:ea typeface="IBM Plex Sans" charset="0"/>
                        <a:cs typeface="IBM Plex Sans" charset="0"/>
                      </a:endParaRPr>
                    </a:p>
                  </a:txBody>
                  <a:tcPr marL="109728" marR="109728" marT="36576" marB="36576" anchor="ctr">
                    <a:lnL w="9525" cap="flat" cmpd="sng" algn="ctr">
                      <a:solidFill>
                        <a:srgbClr val="BBBFCB"/>
                      </a:solidFill>
                      <a:prstDash val="solid"/>
                      <a:round/>
                      <a:headEnd type="none" w="med" len="med"/>
                      <a:tailEnd type="none" w="med" len="med"/>
                    </a:lnL>
                    <a:lnR w="9525" cap="flat" cmpd="sng" algn="ctr">
                      <a:solidFill>
                        <a:srgbClr val="BBBFCB"/>
                      </a:solidFill>
                      <a:prstDash val="solid"/>
                      <a:round/>
                      <a:headEnd type="none" w="med" len="med"/>
                      <a:tailEnd type="none" w="med" len="med"/>
                    </a:lnR>
                    <a:lnT w="9525" cap="flat" cmpd="sng" algn="ctr">
                      <a:solidFill>
                        <a:srgbClr val="BBBFCB"/>
                      </a:solidFill>
                      <a:prstDash val="solid"/>
                      <a:round/>
                      <a:headEnd type="none" w="med" len="med"/>
                      <a:tailEnd type="none" w="med" len="med"/>
                    </a:lnT>
                    <a:lnB w="9525" cap="flat" cmpd="sng" algn="ctr">
                      <a:solidFill>
                        <a:srgbClr val="BBBFC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21208">
                <a:tc>
                  <a:txBody>
                    <a:bodyPr/>
                    <a:lstStyle/>
                    <a:p>
                      <a:pPr marL="0" indent="0">
                        <a:buNone/>
                      </a:pPr>
                      <a:r>
                        <a:rPr lang="en-US" sz="1800" b="1">
                          <a:solidFill>
                            <a:srgbClr val="1D2951"/>
                          </a:solidFill>
                          <a:latin typeface="IBM Plex Sans" pitchFamily="34" charset="0"/>
                          <a:ea typeface="IBM Plex Sans" pitchFamily="34" charset="-122"/>
                          <a:cs typeface="IBM Plex Sans" pitchFamily="34" charset="-120"/>
                        </a:rPr>
                        <a:t>Laptops</a:t>
                      </a:r>
                      <a:endParaRPr lang="en-US" sz="1800">
                        <a:latin typeface="IBM Plex Sans" charset="0"/>
                        <a:ea typeface="IBM Plex Sans" charset="0"/>
                        <a:cs typeface="IBM Plex Sans" charset="0"/>
                      </a:endParaRPr>
                    </a:p>
                  </a:txBody>
                  <a:tcPr marL="109728" marR="109728" marT="36576" marB="36576" anchor="ctr">
                    <a:lnL w="9525" cap="flat" cmpd="sng" algn="ctr">
                      <a:solidFill>
                        <a:srgbClr val="BBBFCB"/>
                      </a:solidFill>
                      <a:prstDash val="solid"/>
                      <a:round/>
                      <a:headEnd type="none" w="med" len="med"/>
                      <a:tailEnd type="none" w="med" len="med"/>
                    </a:lnL>
                    <a:lnR w="9525" cap="flat" cmpd="sng" algn="ctr">
                      <a:solidFill>
                        <a:srgbClr val="BBBFCB"/>
                      </a:solidFill>
                      <a:prstDash val="solid"/>
                      <a:round/>
                      <a:headEnd type="none" w="med" len="med"/>
                      <a:tailEnd type="none" w="med" len="med"/>
                    </a:lnR>
                    <a:lnT w="9525" cap="flat" cmpd="sng" algn="ctr">
                      <a:solidFill>
                        <a:srgbClr val="BBBFCB"/>
                      </a:solidFill>
                      <a:prstDash val="solid"/>
                      <a:round/>
                      <a:headEnd type="none" w="med" len="med"/>
                      <a:tailEnd type="none" w="med" len="med"/>
                    </a:lnT>
                    <a:lnB w="9525" cap="flat" cmpd="sng" algn="ctr">
                      <a:solidFill>
                        <a:srgbClr val="BBBFCB"/>
                      </a:solidFill>
                      <a:prstDash val="solid"/>
                      <a:round/>
                      <a:headEnd type="none" w="med" len="med"/>
                      <a:tailEnd type="none" w="med" len="med"/>
                    </a:lnB>
                    <a:solidFill>
                      <a:srgbClr val="FFFFFF"/>
                    </a:solidFill>
                  </a:tcPr>
                </a:tc>
                <a:tc>
                  <a:txBody>
                    <a:bodyPr/>
                    <a:lstStyle/>
                    <a:p>
                      <a:pPr marL="0" indent="0" algn="ctr">
                        <a:buNone/>
                      </a:pPr>
                      <a:r>
                        <a:rPr lang="en-US" sz="1800" b="1">
                          <a:solidFill>
                            <a:srgbClr val="F57574"/>
                          </a:solidFill>
                          <a:latin typeface="IBM Plex Sans" pitchFamily="34" charset="0"/>
                          <a:ea typeface="IBM Plex Sans" pitchFamily="34" charset="-122"/>
                          <a:cs typeface="IBM Plex Sans" pitchFamily="34" charset="-120"/>
                        </a:rPr>
                        <a:t>5</a:t>
                      </a:r>
                      <a:endParaRPr lang="en-US" sz="1800">
                        <a:latin typeface="IBM Plex Sans" charset="0"/>
                        <a:ea typeface="IBM Plex Sans" charset="0"/>
                        <a:cs typeface="IBM Plex Sans" charset="0"/>
                      </a:endParaRPr>
                    </a:p>
                  </a:txBody>
                  <a:tcPr marL="109728" marR="109728" marT="36576" marB="36576" anchor="ctr">
                    <a:lnL w="9525" cap="flat" cmpd="sng" algn="ctr">
                      <a:solidFill>
                        <a:srgbClr val="BBBFCB"/>
                      </a:solidFill>
                      <a:prstDash val="solid"/>
                      <a:round/>
                      <a:headEnd type="none" w="med" len="med"/>
                      <a:tailEnd type="none" w="med" len="med"/>
                    </a:lnL>
                    <a:lnR w="9525" cap="flat" cmpd="sng" algn="ctr">
                      <a:solidFill>
                        <a:srgbClr val="BBBFCB"/>
                      </a:solidFill>
                      <a:prstDash val="solid"/>
                      <a:round/>
                      <a:headEnd type="none" w="med" len="med"/>
                      <a:tailEnd type="none" w="med" len="med"/>
                    </a:lnR>
                    <a:lnT w="9525" cap="flat" cmpd="sng" algn="ctr">
                      <a:solidFill>
                        <a:srgbClr val="BBBFCB"/>
                      </a:solidFill>
                      <a:prstDash val="solid"/>
                      <a:round/>
                      <a:headEnd type="none" w="med" len="med"/>
                      <a:tailEnd type="none" w="med" len="med"/>
                    </a:lnT>
                    <a:lnB w="9525" cap="flat" cmpd="sng" algn="ctr">
                      <a:solidFill>
                        <a:srgbClr val="BBBFCB"/>
                      </a:solidFill>
                      <a:prstDash val="solid"/>
                      <a:round/>
                      <a:headEnd type="none" w="med" len="med"/>
                      <a:tailEnd type="none" w="med" len="med"/>
                    </a:lnB>
                    <a:solidFill>
                      <a:srgbClr val="FFFFFF"/>
                    </a:solidFill>
                  </a:tcPr>
                </a:tc>
                <a:tc>
                  <a:txBody>
                    <a:bodyPr/>
                    <a:lstStyle/>
                    <a:p>
                      <a:pPr marL="0" indent="0">
                        <a:buNone/>
                      </a:pPr>
                      <a:r>
                        <a:rPr lang="en-US" sz="1800">
                          <a:solidFill>
                            <a:srgbClr val="1D2951"/>
                          </a:solidFill>
                          <a:latin typeface="IBM Plex Sans" pitchFamily="34" charset="0"/>
                          <a:ea typeface="IBM Plex Sans" pitchFamily="34" charset="-122"/>
                          <a:cs typeface="IBM Plex Sans" pitchFamily="34" charset="-120"/>
                        </a:rPr>
                        <a:t>i7 · 16GB · 512GB SSD</a:t>
                      </a:r>
                      <a:endParaRPr lang="en-US" sz="1800">
                        <a:latin typeface="IBM Plex Sans" charset="0"/>
                        <a:ea typeface="IBM Plex Sans" charset="0"/>
                        <a:cs typeface="IBM Plex Sans" charset="0"/>
                      </a:endParaRPr>
                    </a:p>
                  </a:txBody>
                  <a:tcPr marL="109728" marR="109728" marT="36576" marB="36576" anchor="ctr">
                    <a:lnL w="9525" cap="flat" cmpd="sng" algn="ctr">
                      <a:solidFill>
                        <a:srgbClr val="BBBFCB"/>
                      </a:solidFill>
                      <a:prstDash val="solid"/>
                      <a:round/>
                      <a:headEnd type="none" w="med" len="med"/>
                      <a:tailEnd type="none" w="med" len="med"/>
                    </a:lnL>
                    <a:lnR w="9525" cap="flat" cmpd="sng" algn="ctr">
                      <a:solidFill>
                        <a:srgbClr val="BBBFCB"/>
                      </a:solidFill>
                      <a:prstDash val="solid"/>
                      <a:round/>
                      <a:headEnd type="none" w="med" len="med"/>
                      <a:tailEnd type="none" w="med" len="med"/>
                    </a:lnR>
                    <a:lnT w="9525" cap="flat" cmpd="sng" algn="ctr">
                      <a:solidFill>
                        <a:srgbClr val="BBBFCB"/>
                      </a:solidFill>
                      <a:prstDash val="solid"/>
                      <a:round/>
                      <a:headEnd type="none" w="med" len="med"/>
                      <a:tailEnd type="none" w="med" len="med"/>
                    </a:lnT>
                    <a:lnB w="9525" cap="flat" cmpd="sng" algn="ctr">
                      <a:solidFill>
                        <a:srgbClr val="BBBFCB"/>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21208">
                <a:tc>
                  <a:txBody>
                    <a:bodyPr/>
                    <a:lstStyle/>
                    <a:p>
                      <a:pPr marL="0" indent="0">
                        <a:buNone/>
                      </a:pPr>
                      <a:r>
                        <a:rPr lang="en-US" sz="1800" b="1">
                          <a:solidFill>
                            <a:srgbClr val="1D2951"/>
                          </a:solidFill>
                          <a:latin typeface="IBM Plex Sans" pitchFamily="34" charset="0"/>
                          <a:ea typeface="IBM Plex Sans" pitchFamily="34" charset="-122"/>
                          <a:cs typeface="IBM Plex Sans" pitchFamily="34" charset="-120"/>
                        </a:rPr>
                        <a:t>Router / firewall</a:t>
                      </a:r>
                      <a:endParaRPr lang="en-US" sz="1800">
                        <a:latin typeface="IBM Plex Sans" charset="0"/>
                        <a:ea typeface="IBM Plex Sans" charset="0"/>
                        <a:cs typeface="IBM Plex Sans" charset="0"/>
                      </a:endParaRPr>
                    </a:p>
                  </a:txBody>
                  <a:tcPr marL="109728" marR="109728" marT="36576" marB="36576" anchor="ctr">
                    <a:lnL w="9525" cap="flat" cmpd="sng" algn="ctr">
                      <a:solidFill>
                        <a:srgbClr val="BBBFCB"/>
                      </a:solidFill>
                      <a:prstDash val="solid"/>
                      <a:round/>
                      <a:headEnd type="none" w="med" len="med"/>
                      <a:tailEnd type="none" w="med" len="med"/>
                    </a:lnL>
                    <a:lnR w="9525" cap="flat" cmpd="sng" algn="ctr">
                      <a:solidFill>
                        <a:srgbClr val="BBBFCB"/>
                      </a:solidFill>
                      <a:prstDash val="solid"/>
                      <a:round/>
                      <a:headEnd type="none" w="med" len="med"/>
                      <a:tailEnd type="none" w="med" len="med"/>
                    </a:lnR>
                    <a:lnT w="9525" cap="flat" cmpd="sng" algn="ctr">
                      <a:solidFill>
                        <a:srgbClr val="BBBFCB"/>
                      </a:solidFill>
                      <a:prstDash val="solid"/>
                      <a:round/>
                      <a:headEnd type="none" w="med" len="med"/>
                      <a:tailEnd type="none" w="med" len="med"/>
                    </a:lnT>
                    <a:lnB w="9525" cap="flat" cmpd="sng" algn="ctr">
                      <a:solidFill>
                        <a:srgbClr val="BBBFCB"/>
                      </a:solidFill>
                      <a:prstDash val="solid"/>
                      <a:round/>
                      <a:headEnd type="none" w="med" len="med"/>
                      <a:tailEnd type="none" w="med" len="med"/>
                    </a:lnB>
                    <a:solidFill>
                      <a:srgbClr val="FFFFFF"/>
                    </a:solidFill>
                  </a:tcPr>
                </a:tc>
                <a:tc>
                  <a:txBody>
                    <a:bodyPr/>
                    <a:lstStyle/>
                    <a:p>
                      <a:pPr marL="0" indent="0" algn="ctr">
                        <a:buNone/>
                      </a:pPr>
                      <a:r>
                        <a:rPr lang="en-US" sz="1800" b="1">
                          <a:solidFill>
                            <a:srgbClr val="F57574"/>
                          </a:solidFill>
                          <a:latin typeface="IBM Plex Sans" pitchFamily="34" charset="0"/>
                          <a:ea typeface="IBM Plex Sans" pitchFamily="34" charset="-122"/>
                          <a:cs typeface="IBM Plex Sans" pitchFamily="34" charset="-120"/>
                        </a:rPr>
                        <a:t>1</a:t>
                      </a:r>
                      <a:endParaRPr lang="en-US" sz="1800">
                        <a:latin typeface="IBM Plex Sans" charset="0"/>
                        <a:ea typeface="IBM Plex Sans" charset="0"/>
                        <a:cs typeface="IBM Plex Sans" charset="0"/>
                      </a:endParaRPr>
                    </a:p>
                  </a:txBody>
                  <a:tcPr marL="109728" marR="109728" marT="36576" marB="36576" anchor="ctr">
                    <a:lnL w="9525" cap="flat" cmpd="sng" algn="ctr">
                      <a:solidFill>
                        <a:srgbClr val="BBBFCB"/>
                      </a:solidFill>
                      <a:prstDash val="solid"/>
                      <a:round/>
                      <a:headEnd type="none" w="med" len="med"/>
                      <a:tailEnd type="none" w="med" len="med"/>
                    </a:lnL>
                    <a:lnR w="9525" cap="flat" cmpd="sng" algn="ctr">
                      <a:solidFill>
                        <a:srgbClr val="BBBFCB"/>
                      </a:solidFill>
                      <a:prstDash val="solid"/>
                      <a:round/>
                      <a:headEnd type="none" w="med" len="med"/>
                      <a:tailEnd type="none" w="med" len="med"/>
                    </a:lnR>
                    <a:lnT w="9525" cap="flat" cmpd="sng" algn="ctr">
                      <a:solidFill>
                        <a:srgbClr val="BBBFCB"/>
                      </a:solidFill>
                      <a:prstDash val="solid"/>
                      <a:round/>
                      <a:headEnd type="none" w="med" len="med"/>
                      <a:tailEnd type="none" w="med" len="med"/>
                    </a:lnT>
                    <a:lnB w="9525" cap="flat" cmpd="sng" algn="ctr">
                      <a:solidFill>
                        <a:srgbClr val="BBBFCB"/>
                      </a:solidFill>
                      <a:prstDash val="solid"/>
                      <a:round/>
                      <a:headEnd type="none" w="med" len="med"/>
                      <a:tailEnd type="none" w="med" len="med"/>
                    </a:lnB>
                    <a:solidFill>
                      <a:srgbClr val="FFFFFF"/>
                    </a:solidFill>
                  </a:tcPr>
                </a:tc>
                <a:tc>
                  <a:txBody>
                    <a:bodyPr/>
                    <a:lstStyle/>
                    <a:p>
                      <a:pPr marL="0" indent="0">
                        <a:buNone/>
                      </a:pPr>
                      <a:r>
                        <a:rPr lang="en-US" sz="1800">
                          <a:solidFill>
                            <a:srgbClr val="1D2951"/>
                          </a:solidFill>
                          <a:latin typeface="IBM Plex Sans" pitchFamily="34" charset="0"/>
                          <a:ea typeface="IBM Plex Sans" pitchFamily="34" charset="-122"/>
                          <a:cs typeface="IBM Plex Sans" pitchFamily="34" charset="-120"/>
                        </a:rPr>
                        <a:t>Business-grade</a:t>
                      </a:r>
                      <a:endParaRPr lang="en-US" sz="1800">
                        <a:latin typeface="IBM Plex Sans" charset="0"/>
                        <a:ea typeface="IBM Plex Sans" charset="0"/>
                        <a:cs typeface="IBM Plex Sans" charset="0"/>
                      </a:endParaRPr>
                    </a:p>
                  </a:txBody>
                  <a:tcPr marL="109728" marR="109728" marT="36576" marB="36576" anchor="ctr">
                    <a:lnL w="9525" cap="flat" cmpd="sng" algn="ctr">
                      <a:solidFill>
                        <a:srgbClr val="BBBFCB"/>
                      </a:solidFill>
                      <a:prstDash val="solid"/>
                      <a:round/>
                      <a:headEnd type="none" w="med" len="med"/>
                      <a:tailEnd type="none" w="med" len="med"/>
                    </a:lnL>
                    <a:lnR w="9525" cap="flat" cmpd="sng" algn="ctr">
                      <a:solidFill>
                        <a:srgbClr val="BBBFCB"/>
                      </a:solidFill>
                      <a:prstDash val="solid"/>
                      <a:round/>
                      <a:headEnd type="none" w="med" len="med"/>
                      <a:tailEnd type="none" w="med" len="med"/>
                    </a:lnR>
                    <a:lnT w="9525" cap="flat" cmpd="sng" algn="ctr">
                      <a:solidFill>
                        <a:srgbClr val="BBBFCB"/>
                      </a:solidFill>
                      <a:prstDash val="solid"/>
                      <a:round/>
                      <a:headEnd type="none" w="med" len="med"/>
                      <a:tailEnd type="none" w="med" len="med"/>
                    </a:lnT>
                    <a:lnB w="9525" cap="flat" cmpd="sng" algn="ctr">
                      <a:solidFill>
                        <a:srgbClr val="BBBFCB"/>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21208">
                <a:tc>
                  <a:txBody>
                    <a:bodyPr/>
                    <a:lstStyle/>
                    <a:p>
                      <a:pPr marL="0" indent="0">
                        <a:buNone/>
                      </a:pPr>
                      <a:r>
                        <a:rPr lang="en-US" sz="1800" b="1">
                          <a:solidFill>
                            <a:srgbClr val="1D2951"/>
                          </a:solidFill>
                          <a:latin typeface="IBM Plex Sans" pitchFamily="34" charset="0"/>
                          <a:ea typeface="IBM Plex Sans" pitchFamily="34" charset="-122"/>
                          <a:cs typeface="IBM Plex Sans" pitchFamily="34" charset="-120"/>
                        </a:rPr>
                        <a:t>Managed switch</a:t>
                      </a:r>
                      <a:endParaRPr lang="en-US" sz="1800">
                        <a:latin typeface="IBM Plex Sans" charset="0"/>
                        <a:ea typeface="IBM Plex Sans" charset="0"/>
                        <a:cs typeface="IBM Plex Sans" charset="0"/>
                      </a:endParaRPr>
                    </a:p>
                  </a:txBody>
                  <a:tcPr marL="109728" marR="109728" marT="36576" marB="36576" anchor="ctr">
                    <a:lnL w="9525" cap="flat" cmpd="sng" algn="ctr">
                      <a:solidFill>
                        <a:srgbClr val="BBBFCB"/>
                      </a:solidFill>
                      <a:prstDash val="solid"/>
                      <a:round/>
                      <a:headEnd type="none" w="med" len="med"/>
                      <a:tailEnd type="none" w="med" len="med"/>
                    </a:lnL>
                    <a:lnR w="9525" cap="flat" cmpd="sng" algn="ctr">
                      <a:solidFill>
                        <a:srgbClr val="BBBFCB"/>
                      </a:solidFill>
                      <a:prstDash val="solid"/>
                      <a:round/>
                      <a:headEnd type="none" w="med" len="med"/>
                      <a:tailEnd type="none" w="med" len="med"/>
                    </a:lnR>
                    <a:lnT w="9525" cap="flat" cmpd="sng" algn="ctr">
                      <a:solidFill>
                        <a:srgbClr val="BBBFCB"/>
                      </a:solidFill>
                      <a:prstDash val="solid"/>
                      <a:round/>
                      <a:headEnd type="none" w="med" len="med"/>
                      <a:tailEnd type="none" w="med" len="med"/>
                    </a:lnT>
                    <a:lnB w="9525" cap="flat" cmpd="sng" algn="ctr">
                      <a:solidFill>
                        <a:srgbClr val="BBBFCB"/>
                      </a:solidFill>
                      <a:prstDash val="solid"/>
                      <a:round/>
                      <a:headEnd type="none" w="med" len="med"/>
                      <a:tailEnd type="none" w="med" len="med"/>
                    </a:lnB>
                    <a:solidFill>
                      <a:srgbClr val="FFFFFF"/>
                    </a:solidFill>
                  </a:tcPr>
                </a:tc>
                <a:tc>
                  <a:txBody>
                    <a:bodyPr/>
                    <a:lstStyle/>
                    <a:p>
                      <a:pPr marL="0" indent="0" algn="ctr">
                        <a:buNone/>
                      </a:pPr>
                      <a:r>
                        <a:rPr lang="en-US" sz="1800" b="1">
                          <a:solidFill>
                            <a:srgbClr val="F57574"/>
                          </a:solidFill>
                          <a:latin typeface="IBM Plex Sans" pitchFamily="34" charset="0"/>
                          <a:ea typeface="IBM Plex Sans" pitchFamily="34" charset="-122"/>
                          <a:cs typeface="IBM Plex Sans" pitchFamily="34" charset="-120"/>
                        </a:rPr>
                        <a:t>1</a:t>
                      </a:r>
                      <a:endParaRPr lang="en-US" sz="1800">
                        <a:latin typeface="IBM Plex Sans" charset="0"/>
                        <a:ea typeface="IBM Plex Sans" charset="0"/>
                        <a:cs typeface="IBM Plex Sans" charset="0"/>
                      </a:endParaRPr>
                    </a:p>
                  </a:txBody>
                  <a:tcPr marL="109728" marR="109728" marT="36576" marB="36576" anchor="ctr">
                    <a:lnL w="9525" cap="flat" cmpd="sng" algn="ctr">
                      <a:solidFill>
                        <a:srgbClr val="BBBFCB"/>
                      </a:solidFill>
                      <a:prstDash val="solid"/>
                      <a:round/>
                      <a:headEnd type="none" w="med" len="med"/>
                      <a:tailEnd type="none" w="med" len="med"/>
                    </a:lnL>
                    <a:lnR w="9525" cap="flat" cmpd="sng" algn="ctr">
                      <a:solidFill>
                        <a:srgbClr val="BBBFCB"/>
                      </a:solidFill>
                      <a:prstDash val="solid"/>
                      <a:round/>
                      <a:headEnd type="none" w="med" len="med"/>
                      <a:tailEnd type="none" w="med" len="med"/>
                    </a:lnR>
                    <a:lnT w="9525" cap="flat" cmpd="sng" algn="ctr">
                      <a:solidFill>
                        <a:srgbClr val="BBBFCB"/>
                      </a:solidFill>
                      <a:prstDash val="solid"/>
                      <a:round/>
                      <a:headEnd type="none" w="med" len="med"/>
                      <a:tailEnd type="none" w="med" len="med"/>
                    </a:lnT>
                    <a:lnB w="9525" cap="flat" cmpd="sng" algn="ctr">
                      <a:solidFill>
                        <a:srgbClr val="BBBFCB"/>
                      </a:solidFill>
                      <a:prstDash val="solid"/>
                      <a:round/>
                      <a:headEnd type="none" w="med" len="med"/>
                      <a:tailEnd type="none" w="med" len="med"/>
                    </a:lnB>
                    <a:solidFill>
                      <a:srgbClr val="FFFFFF"/>
                    </a:solidFill>
                  </a:tcPr>
                </a:tc>
                <a:tc>
                  <a:txBody>
                    <a:bodyPr/>
                    <a:lstStyle/>
                    <a:p>
                      <a:pPr marL="0" indent="0">
                        <a:buNone/>
                      </a:pPr>
                      <a:r>
                        <a:rPr lang="en-US" sz="1800">
                          <a:solidFill>
                            <a:srgbClr val="1D2951"/>
                          </a:solidFill>
                          <a:latin typeface="IBM Plex Sans" pitchFamily="34" charset="0"/>
                          <a:ea typeface="IBM Plex Sans" pitchFamily="34" charset="-122"/>
                          <a:cs typeface="IBM Plex Sans" pitchFamily="34" charset="-120"/>
                        </a:rPr>
                        <a:t>24-port Gigabit, VLAN</a:t>
                      </a:r>
                      <a:endParaRPr lang="en-US" sz="1800">
                        <a:latin typeface="IBM Plex Sans" charset="0"/>
                        <a:ea typeface="IBM Plex Sans" charset="0"/>
                        <a:cs typeface="IBM Plex Sans" charset="0"/>
                      </a:endParaRPr>
                    </a:p>
                  </a:txBody>
                  <a:tcPr marL="109728" marR="109728" marT="36576" marB="36576" anchor="ctr">
                    <a:lnL w="9525" cap="flat" cmpd="sng" algn="ctr">
                      <a:solidFill>
                        <a:srgbClr val="BBBFCB"/>
                      </a:solidFill>
                      <a:prstDash val="solid"/>
                      <a:round/>
                      <a:headEnd type="none" w="med" len="med"/>
                      <a:tailEnd type="none" w="med" len="med"/>
                    </a:lnL>
                    <a:lnR w="9525" cap="flat" cmpd="sng" algn="ctr">
                      <a:solidFill>
                        <a:srgbClr val="BBBFCB"/>
                      </a:solidFill>
                      <a:prstDash val="solid"/>
                      <a:round/>
                      <a:headEnd type="none" w="med" len="med"/>
                      <a:tailEnd type="none" w="med" len="med"/>
                    </a:lnR>
                    <a:lnT w="9525" cap="flat" cmpd="sng" algn="ctr">
                      <a:solidFill>
                        <a:srgbClr val="BBBFCB"/>
                      </a:solidFill>
                      <a:prstDash val="solid"/>
                      <a:round/>
                      <a:headEnd type="none" w="med" len="med"/>
                      <a:tailEnd type="none" w="med" len="med"/>
                    </a:lnT>
                    <a:lnB w="9525" cap="flat" cmpd="sng" algn="ctr">
                      <a:solidFill>
                        <a:srgbClr val="BBBFCB"/>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21208">
                <a:tc>
                  <a:txBody>
                    <a:bodyPr/>
                    <a:lstStyle/>
                    <a:p>
                      <a:pPr marL="0" indent="0">
                        <a:buNone/>
                      </a:pPr>
                      <a:r>
                        <a:rPr lang="en-US" sz="1800" b="1">
                          <a:solidFill>
                            <a:srgbClr val="1D2951"/>
                          </a:solidFill>
                          <a:latin typeface="IBM Plex Sans" pitchFamily="34" charset="0"/>
                          <a:ea typeface="IBM Plex Sans" pitchFamily="34" charset="-122"/>
                          <a:cs typeface="IBM Plex Sans" pitchFamily="34" charset="-120"/>
                        </a:rPr>
                        <a:t>Wi-Fi access points</a:t>
                      </a:r>
                      <a:endParaRPr lang="en-US" sz="1800">
                        <a:latin typeface="IBM Plex Sans" charset="0"/>
                        <a:ea typeface="IBM Plex Sans" charset="0"/>
                        <a:cs typeface="IBM Plex Sans" charset="0"/>
                      </a:endParaRPr>
                    </a:p>
                  </a:txBody>
                  <a:tcPr marL="109728" marR="109728" marT="36576" marB="36576" anchor="ctr">
                    <a:lnL w="9525" cap="flat" cmpd="sng" algn="ctr">
                      <a:solidFill>
                        <a:srgbClr val="BBBFCB"/>
                      </a:solidFill>
                      <a:prstDash val="solid"/>
                      <a:round/>
                      <a:headEnd type="none" w="med" len="med"/>
                      <a:tailEnd type="none" w="med" len="med"/>
                    </a:lnL>
                    <a:lnR w="9525" cap="flat" cmpd="sng" algn="ctr">
                      <a:solidFill>
                        <a:srgbClr val="BBBFCB"/>
                      </a:solidFill>
                      <a:prstDash val="solid"/>
                      <a:round/>
                      <a:headEnd type="none" w="med" len="med"/>
                      <a:tailEnd type="none" w="med" len="med"/>
                    </a:lnR>
                    <a:lnT w="9525" cap="flat" cmpd="sng" algn="ctr">
                      <a:solidFill>
                        <a:srgbClr val="BBBFCB"/>
                      </a:solidFill>
                      <a:prstDash val="solid"/>
                      <a:round/>
                      <a:headEnd type="none" w="med" len="med"/>
                      <a:tailEnd type="none" w="med" len="med"/>
                    </a:lnT>
                    <a:lnB w="9525" cap="flat" cmpd="sng" algn="ctr">
                      <a:solidFill>
                        <a:srgbClr val="BBBFCB"/>
                      </a:solidFill>
                      <a:prstDash val="solid"/>
                      <a:round/>
                      <a:headEnd type="none" w="med" len="med"/>
                      <a:tailEnd type="none" w="med" len="med"/>
                    </a:lnB>
                    <a:solidFill>
                      <a:srgbClr val="FFFFFF"/>
                    </a:solidFill>
                  </a:tcPr>
                </a:tc>
                <a:tc>
                  <a:txBody>
                    <a:bodyPr/>
                    <a:lstStyle/>
                    <a:p>
                      <a:pPr marL="0" indent="0" algn="ctr">
                        <a:buNone/>
                      </a:pPr>
                      <a:r>
                        <a:rPr lang="en-US" sz="1800" b="1">
                          <a:solidFill>
                            <a:srgbClr val="F57574"/>
                          </a:solidFill>
                          <a:latin typeface="IBM Plex Sans" pitchFamily="34" charset="0"/>
                          <a:ea typeface="IBM Plex Sans" pitchFamily="34" charset="-122"/>
                          <a:cs typeface="IBM Plex Sans" pitchFamily="34" charset="-120"/>
                        </a:rPr>
                        <a:t>2</a:t>
                      </a:r>
                      <a:endParaRPr lang="en-US" sz="1800">
                        <a:latin typeface="IBM Plex Sans" charset="0"/>
                        <a:ea typeface="IBM Plex Sans" charset="0"/>
                        <a:cs typeface="IBM Plex Sans" charset="0"/>
                      </a:endParaRPr>
                    </a:p>
                  </a:txBody>
                  <a:tcPr marL="109728" marR="109728" marT="36576" marB="36576" anchor="ctr">
                    <a:lnL w="9525" cap="flat" cmpd="sng" algn="ctr">
                      <a:solidFill>
                        <a:srgbClr val="BBBFCB"/>
                      </a:solidFill>
                      <a:prstDash val="solid"/>
                      <a:round/>
                      <a:headEnd type="none" w="med" len="med"/>
                      <a:tailEnd type="none" w="med" len="med"/>
                    </a:lnL>
                    <a:lnR w="9525" cap="flat" cmpd="sng" algn="ctr">
                      <a:solidFill>
                        <a:srgbClr val="BBBFCB"/>
                      </a:solidFill>
                      <a:prstDash val="solid"/>
                      <a:round/>
                      <a:headEnd type="none" w="med" len="med"/>
                      <a:tailEnd type="none" w="med" len="med"/>
                    </a:lnR>
                    <a:lnT w="9525" cap="flat" cmpd="sng" algn="ctr">
                      <a:solidFill>
                        <a:srgbClr val="BBBFCB"/>
                      </a:solidFill>
                      <a:prstDash val="solid"/>
                      <a:round/>
                      <a:headEnd type="none" w="med" len="med"/>
                      <a:tailEnd type="none" w="med" len="med"/>
                    </a:lnT>
                    <a:lnB w="9525" cap="flat" cmpd="sng" algn="ctr">
                      <a:solidFill>
                        <a:srgbClr val="BBBFCB"/>
                      </a:solidFill>
                      <a:prstDash val="solid"/>
                      <a:round/>
                      <a:headEnd type="none" w="med" len="med"/>
                      <a:tailEnd type="none" w="med" len="med"/>
                    </a:lnB>
                    <a:solidFill>
                      <a:srgbClr val="FFFFFF"/>
                    </a:solidFill>
                  </a:tcPr>
                </a:tc>
                <a:tc>
                  <a:txBody>
                    <a:bodyPr/>
                    <a:lstStyle/>
                    <a:p>
                      <a:pPr marL="0" indent="0">
                        <a:buNone/>
                      </a:pPr>
                      <a:r>
                        <a:rPr lang="en-US" sz="1800">
                          <a:solidFill>
                            <a:srgbClr val="1D2951"/>
                          </a:solidFill>
                          <a:latin typeface="IBM Plex Sans" pitchFamily="34" charset="0"/>
                          <a:ea typeface="IBM Plex Sans" pitchFamily="34" charset="-122"/>
                          <a:cs typeface="IBM Plex Sans" pitchFamily="34" charset="-120"/>
                        </a:rPr>
                        <a:t>Wi-Fi 6</a:t>
                      </a:r>
                      <a:endParaRPr lang="en-US" sz="1800">
                        <a:latin typeface="IBM Plex Sans" charset="0"/>
                        <a:ea typeface="IBM Plex Sans" charset="0"/>
                        <a:cs typeface="IBM Plex Sans" charset="0"/>
                      </a:endParaRPr>
                    </a:p>
                  </a:txBody>
                  <a:tcPr marL="109728" marR="109728" marT="36576" marB="36576" anchor="ctr">
                    <a:lnL w="9525" cap="flat" cmpd="sng" algn="ctr">
                      <a:solidFill>
                        <a:srgbClr val="BBBFCB"/>
                      </a:solidFill>
                      <a:prstDash val="solid"/>
                      <a:round/>
                      <a:headEnd type="none" w="med" len="med"/>
                      <a:tailEnd type="none" w="med" len="med"/>
                    </a:lnL>
                    <a:lnR w="9525" cap="flat" cmpd="sng" algn="ctr">
                      <a:solidFill>
                        <a:srgbClr val="BBBFCB"/>
                      </a:solidFill>
                      <a:prstDash val="solid"/>
                      <a:round/>
                      <a:headEnd type="none" w="med" len="med"/>
                      <a:tailEnd type="none" w="med" len="med"/>
                    </a:lnR>
                    <a:lnT w="9525" cap="flat" cmpd="sng" algn="ctr">
                      <a:solidFill>
                        <a:srgbClr val="BBBFCB"/>
                      </a:solidFill>
                      <a:prstDash val="solid"/>
                      <a:round/>
                      <a:headEnd type="none" w="med" len="med"/>
                      <a:tailEnd type="none" w="med" len="med"/>
                    </a:lnT>
                    <a:lnB w="9525" cap="flat" cmpd="sng" algn="ctr">
                      <a:solidFill>
                        <a:srgbClr val="BBBFCB"/>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21208">
                <a:tc>
                  <a:txBody>
                    <a:bodyPr/>
                    <a:lstStyle/>
                    <a:p>
                      <a:pPr marL="0" indent="0">
                        <a:buNone/>
                      </a:pPr>
                      <a:r>
                        <a:rPr lang="en-US" sz="1800" b="1">
                          <a:solidFill>
                            <a:srgbClr val="1D2951"/>
                          </a:solidFill>
                          <a:latin typeface="IBM Plex Sans" pitchFamily="34" charset="0"/>
                          <a:ea typeface="IBM Plex Sans" pitchFamily="34" charset="-122"/>
                          <a:cs typeface="IBM Plex Sans" pitchFamily="34" charset="-120"/>
                        </a:rPr>
                        <a:t>Network printers</a:t>
                      </a:r>
                      <a:endParaRPr lang="en-US" sz="1800">
                        <a:latin typeface="IBM Plex Sans" charset="0"/>
                        <a:ea typeface="IBM Plex Sans" charset="0"/>
                        <a:cs typeface="IBM Plex Sans" charset="0"/>
                      </a:endParaRPr>
                    </a:p>
                  </a:txBody>
                  <a:tcPr marL="109728" marR="109728" marT="36576" marB="36576" anchor="ctr">
                    <a:lnL w="9525" cap="flat" cmpd="sng" algn="ctr">
                      <a:solidFill>
                        <a:srgbClr val="BBBFCB"/>
                      </a:solidFill>
                      <a:prstDash val="solid"/>
                      <a:round/>
                      <a:headEnd type="none" w="med" len="med"/>
                      <a:tailEnd type="none" w="med" len="med"/>
                    </a:lnL>
                    <a:lnR w="9525" cap="flat" cmpd="sng" algn="ctr">
                      <a:solidFill>
                        <a:srgbClr val="BBBFCB"/>
                      </a:solidFill>
                      <a:prstDash val="solid"/>
                      <a:round/>
                      <a:headEnd type="none" w="med" len="med"/>
                      <a:tailEnd type="none" w="med" len="med"/>
                    </a:lnR>
                    <a:lnT w="9525" cap="flat" cmpd="sng" algn="ctr">
                      <a:solidFill>
                        <a:srgbClr val="BBBFCB"/>
                      </a:solidFill>
                      <a:prstDash val="solid"/>
                      <a:round/>
                      <a:headEnd type="none" w="med" len="med"/>
                      <a:tailEnd type="none" w="med" len="med"/>
                    </a:lnT>
                    <a:lnB w="9525" cap="flat" cmpd="sng" algn="ctr">
                      <a:solidFill>
                        <a:srgbClr val="BBBFCB"/>
                      </a:solidFill>
                      <a:prstDash val="solid"/>
                      <a:round/>
                      <a:headEnd type="none" w="med" len="med"/>
                      <a:tailEnd type="none" w="med" len="med"/>
                    </a:lnB>
                    <a:solidFill>
                      <a:srgbClr val="FFFFFF"/>
                    </a:solidFill>
                  </a:tcPr>
                </a:tc>
                <a:tc>
                  <a:txBody>
                    <a:bodyPr/>
                    <a:lstStyle/>
                    <a:p>
                      <a:pPr marL="0" indent="0" algn="ctr">
                        <a:buNone/>
                      </a:pPr>
                      <a:r>
                        <a:rPr lang="en-US" sz="1800" b="1">
                          <a:solidFill>
                            <a:srgbClr val="F57574"/>
                          </a:solidFill>
                          <a:latin typeface="IBM Plex Sans" pitchFamily="34" charset="0"/>
                          <a:ea typeface="IBM Plex Sans" pitchFamily="34" charset="-122"/>
                          <a:cs typeface="IBM Plex Sans" pitchFamily="34" charset="-120"/>
                        </a:rPr>
                        <a:t>2</a:t>
                      </a:r>
                      <a:endParaRPr lang="en-US" sz="1800">
                        <a:latin typeface="IBM Plex Sans" charset="0"/>
                        <a:ea typeface="IBM Plex Sans" charset="0"/>
                        <a:cs typeface="IBM Plex Sans" charset="0"/>
                      </a:endParaRPr>
                    </a:p>
                  </a:txBody>
                  <a:tcPr marL="109728" marR="109728" marT="36576" marB="36576" anchor="ctr">
                    <a:lnL w="9525" cap="flat" cmpd="sng" algn="ctr">
                      <a:solidFill>
                        <a:srgbClr val="BBBFCB"/>
                      </a:solidFill>
                      <a:prstDash val="solid"/>
                      <a:round/>
                      <a:headEnd type="none" w="med" len="med"/>
                      <a:tailEnd type="none" w="med" len="med"/>
                    </a:lnL>
                    <a:lnR w="9525" cap="flat" cmpd="sng" algn="ctr">
                      <a:solidFill>
                        <a:srgbClr val="BBBFCB"/>
                      </a:solidFill>
                      <a:prstDash val="solid"/>
                      <a:round/>
                      <a:headEnd type="none" w="med" len="med"/>
                      <a:tailEnd type="none" w="med" len="med"/>
                    </a:lnR>
                    <a:lnT w="9525" cap="flat" cmpd="sng" algn="ctr">
                      <a:solidFill>
                        <a:srgbClr val="BBBFCB"/>
                      </a:solidFill>
                      <a:prstDash val="solid"/>
                      <a:round/>
                      <a:headEnd type="none" w="med" len="med"/>
                      <a:tailEnd type="none" w="med" len="med"/>
                    </a:lnT>
                    <a:lnB w="9525" cap="flat" cmpd="sng" algn="ctr">
                      <a:solidFill>
                        <a:srgbClr val="BBBFCB"/>
                      </a:solidFill>
                      <a:prstDash val="solid"/>
                      <a:round/>
                      <a:headEnd type="none" w="med" len="med"/>
                      <a:tailEnd type="none" w="med" len="med"/>
                    </a:lnB>
                    <a:solidFill>
                      <a:srgbClr val="FFFFFF"/>
                    </a:solidFill>
                  </a:tcPr>
                </a:tc>
                <a:tc>
                  <a:txBody>
                    <a:bodyPr/>
                    <a:lstStyle/>
                    <a:p>
                      <a:pPr marL="0" indent="0">
                        <a:buNone/>
                      </a:pPr>
                      <a:r>
                        <a:rPr lang="en-US" sz="1800">
                          <a:solidFill>
                            <a:srgbClr val="1D2951"/>
                          </a:solidFill>
                          <a:latin typeface="IBM Plex Sans" pitchFamily="34" charset="0"/>
                          <a:ea typeface="IBM Plex Sans" pitchFamily="34" charset="-122"/>
                          <a:cs typeface="IBM Plex Sans" pitchFamily="34" charset="-120"/>
                        </a:rPr>
                        <a:t>Laser</a:t>
                      </a:r>
                      <a:endParaRPr lang="en-US" sz="1800">
                        <a:latin typeface="IBM Plex Sans" charset="0"/>
                        <a:ea typeface="IBM Plex Sans" charset="0"/>
                        <a:cs typeface="IBM Plex Sans" charset="0"/>
                      </a:endParaRPr>
                    </a:p>
                  </a:txBody>
                  <a:tcPr marL="109728" marR="109728" marT="36576" marB="36576" anchor="ctr">
                    <a:lnL w="9525" cap="flat" cmpd="sng" algn="ctr">
                      <a:solidFill>
                        <a:srgbClr val="BBBFCB"/>
                      </a:solidFill>
                      <a:prstDash val="solid"/>
                      <a:round/>
                      <a:headEnd type="none" w="med" len="med"/>
                      <a:tailEnd type="none" w="med" len="med"/>
                    </a:lnL>
                    <a:lnR w="9525" cap="flat" cmpd="sng" algn="ctr">
                      <a:solidFill>
                        <a:srgbClr val="BBBFCB"/>
                      </a:solidFill>
                      <a:prstDash val="solid"/>
                      <a:round/>
                      <a:headEnd type="none" w="med" len="med"/>
                      <a:tailEnd type="none" w="med" len="med"/>
                    </a:lnR>
                    <a:lnT w="9525" cap="flat" cmpd="sng" algn="ctr">
                      <a:solidFill>
                        <a:srgbClr val="BBBFCB"/>
                      </a:solidFill>
                      <a:prstDash val="solid"/>
                      <a:round/>
                      <a:headEnd type="none" w="med" len="med"/>
                      <a:tailEnd type="none" w="med" len="med"/>
                    </a:lnT>
                    <a:lnB w="9525" cap="flat" cmpd="sng" algn="ctr">
                      <a:solidFill>
                        <a:srgbClr val="BBBFCB"/>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521208">
                <a:tc>
                  <a:txBody>
                    <a:bodyPr/>
                    <a:lstStyle/>
                    <a:p>
                      <a:pPr marL="0" indent="0">
                        <a:buNone/>
                      </a:pPr>
                      <a:r>
                        <a:rPr lang="en-US" sz="1800" b="1">
                          <a:solidFill>
                            <a:srgbClr val="1D2951"/>
                          </a:solidFill>
                          <a:latin typeface="IBM Plex Sans" pitchFamily="34" charset="0"/>
                          <a:ea typeface="IBM Plex Sans" pitchFamily="34" charset="-122"/>
                          <a:cs typeface="IBM Plex Sans" pitchFamily="34" charset="-120"/>
                        </a:rPr>
                        <a:t>NAS</a:t>
                      </a:r>
                      <a:endParaRPr lang="en-US" sz="1800">
                        <a:latin typeface="IBM Plex Sans" charset="0"/>
                        <a:ea typeface="IBM Plex Sans" charset="0"/>
                        <a:cs typeface="IBM Plex Sans" charset="0"/>
                      </a:endParaRPr>
                    </a:p>
                  </a:txBody>
                  <a:tcPr marL="109728" marR="109728" marT="36576" marB="36576" anchor="ctr">
                    <a:lnL w="9525" cap="flat" cmpd="sng" algn="ctr">
                      <a:solidFill>
                        <a:srgbClr val="BBBFCB"/>
                      </a:solidFill>
                      <a:prstDash val="solid"/>
                      <a:round/>
                      <a:headEnd type="none" w="med" len="med"/>
                      <a:tailEnd type="none" w="med" len="med"/>
                    </a:lnL>
                    <a:lnR w="9525" cap="flat" cmpd="sng" algn="ctr">
                      <a:solidFill>
                        <a:srgbClr val="BBBFCB"/>
                      </a:solidFill>
                      <a:prstDash val="solid"/>
                      <a:round/>
                      <a:headEnd type="none" w="med" len="med"/>
                      <a:tailEnd type="none" w="med" len="med"/>
                    </a:lnR>
                    <a:lnT w="9525" cap="flat" cmpd="sng" algn="ctr">
                      <a:solidFill>
                        <a:srgbClr val="BBBFCB"/>
                      </a:solidFill>
                      <a:prstDash val="solid"/>
                      <a:round/>
                      <a:headEnd type="none" w="med" len="med"/>
                      <a:tailEnd type="none" w="med" len="med"/>
                    </a:lnT>
                    <a:lnB w="9525" cap="flat" cmpd="sng" algn="ctr">
                      <a:solidFill>
                        <a:srgbClr val="BBBFCB"/>
                      </a:solidFill>
                      <a:prstDash val="solid"/>
                      <a:round/>
                      <a:headEnd type="none" w="med" len="med"/>
                      <a:tailEnd type="none" w="med" len="med"/>
                    </a:lnB>
                    <a:solidFill>
                      <a:srgbClr val="FFFFFF"/>
                    </a:solidFill>
                  </a:tcPr>
                </a:tc>
                <a:tc>
                  <a:txBody>
                    <a:bodyPr/>
                    <a:lstStyle/>
                    <a:p>
                      <a:pPr marL="0" indent="0" algn="ctr">
                        <a:buNone/>
                      </a:pPr>
                      <a:r>
                        <a:rPr lang="en-US" sz="1800" b="1">
                          <a:solidFill>
                            <a:srgbClr val="F57574"/>
                          </a:solidFill>
                          <a:latin typeface="IBM Plex Sans" pitchFamily="34" charset="0"/>
                          <a:ea typeface="IBM Plex Sans" pitchFamily="34" charset="-122"/>
                          <a:cs typeface="IBM Plex Sans" pitchFamily="34" charset="-120"/>
                        </a:rPr>
                        <a:t>1</a:t>
                      </a:r>
                      <a:endParaRPr lang="en-US" sz="1800">
                        <a:latin typeface="IBM Plex Sans" charset="0"/>
                        <a:ea typeface="IBM Plex Sans" charset="0"/>
                        <a:cs typeface="IBM Plex Sans" charset="0"/>
                      </a:endParaRPr>
                    </a:p>
                  </a:txBody>
                  <a:tcPr marL="109728" marR="109728" marT="36576" marB="36576" anchor="ctr">
                    <a:lnL w="9525" cap="flat" cmpd="sng" algn="ctr">
                      <a:solidFill>
                        <a:srgbClr val="BBBFCB"/>
                      </a:solidFill>
                      <a:prstDash val="solid"/>
                      <a:round/>
                      <a:headEnd type="none" w="med" len="med"/>
                      <a:tailEnd type="none" w="med" len="med"/>
                    </a:lnL>
                    <a:lnR w="9525" cap="flat" cmpd="sng" algn="ctr">
                      <a:solidFill>
                        <a:srgbClr val="BBBFCB"/>
                      </a:solidFill>
                      <a:prstDash val="solid"/>
                      <a:round/>
                      <a:headEnd type="none" w="med" len="med"/>
                      <a:tailEnd type="none" w="med" len="med"/>
                    </a:lnR>
                    <a:lnT w="9525" cap="flat" cmpd="sng" algn="ctr">
                      <a:solidFill>
                        <a:srgbClr val="BBBFCB"/>
                      </a:solidFill>
                      <a:prstDash val="solid"/>
                      <a:round/>
                      <a:headEnd type="none" w="med" len="med"/>
                      <a:tailEnd type="none" w="med" len="med"/>
                    </a:lnT>
                    <a:lnB w="9525" cap="flat" cmpd="sng" algn="ctr">
                      <a:solidFill>
                        <a:srgbClr val="BBBFCB"/>
                      </a:solidFill>
                      <a:prstDash val="solid"/>
                      <a:round/>
                      <a:headEnd type="none" w="med" len="med"/>
                      <a:tailEnd type="none" w="med" len="med"/>
                    </a:lnB>
                    <a:solidFill>
                      <a:srgbClr val="FFFFFF"/>
                    </a:solidFill>
                  </a:tcPr>
                </a:tc>
                <a:tc>
                  <a:txBody>
                    <a:bodyPr/>
                    <a:lstStyle/>
                    <a:p>
                      <a:pPr marL="0" indent="0">
                        <a:buNone/>
                      </a:pPr>
                      <a:r>
                        <a:rPr lang="en-US" sz="1800">
                          <a:solidFill>
                            <a:srgbClr val="1D2951"/>
                          </a:solidFill>
                          <a:latin typeface="IBM Plex Sans" pitchFamily="34" charset="0"/>
                          <a:ea typeface="IBM Plex Sans" pitchFamily="34" charset="-122"/>
                          <a:cs typeface="IBM Plex Sans" pitchFamily="34" charset="-120"/>
                        </a:rPr>
                        <a:t>8TB RAID</a:t>
                      </a:r>
                      <a:endParaRPr lang="en-US" sz="1800">
                        <a:latin typeface="IBM Plex Sans" charset="0"/>
                        <a:ea typeface="IBM Plex Sans" charset="0"/>
                        <a:cs typeface="IBM Plex Sans" charset="0"/>
                      </a:endParaRPr>
                    </a:p>
                  </a:txBody>
                  <a:tcPr marL="109728" marR="109728" marT="36576" marB="36576" anchor="ctr">
                    <a:lnL w="9525" cap="flat" cmpd="sng" algn="ctr">
                      <a:solidFill>
                        <a:srgbClr val="BBBFCB"/>
                      </a:solidFill>
                      <a:prstDash val="solid"/>
                      <a:round/>
                      <a:headEnd type="none" w="med" len="med"/>
                      <a:tailEnd type="none" w="med" len="med"/>
                    </a:lnL>
                    <a:lnR w="9525" cap="flat" cmpd="sng" algn="ctr">
                      <a:solidFill>
                        <a:srgbClr val="BBBFCB"/>
                      </a:solidFill>
                      <a:prstDash val="solid"/>
                      <a:round/>
                      <a:headEnd type="none" w="med" len="med"/>
                      <a:tailEnd type="none" w="med" len="med"/>
                    </a:lnR>
                    <a:lnT w="9525" cap="flat" cmpd="sng" algn="ctr">
                      <a:solidFill>
                        <a:srgbClr val="BBBFCB"/>
                      </a:solidFill>
                      <a:prstDash val="solid"/>
                      <a:round/>
                      <a:headEnd type="none" w="med" len="med"/>
                      <a:tailEnd type="none" w="med" len="med"/>
                    </a:lnT>
                    <a:lnB w="9525" cap="flat" cmpd="sng" algn="ctr">
                      <a:solidFill>
                        <a:srgbClr val="BBBFCB"/>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521208">
                <a:tc>
                  <a:txBody>
                    <a:bodyPr/>
                    <a:lstStyle/>
                    <a:p>
                      <a:pPr marL="0" indent="0">
                        <a:buNone/>
                      </a:pPr>
                      <a:r>
                        <a:rPr lang="en-US" sz="1800" b="1">
                          <a:solidFill>
                            <a:srgbClr val="1D2951"/>
                          </a:solidFill>
                          <a:latin typeface="IBM Plex Sans" pitchFamily="34" charset="0"/>
                          <a:ea typeface="IBM Plex Sans" pitchFamily="34" charset="-122"/>
                          <a:cs typeface="IBM Plex Sans" pitchFamily="34" charset="-120"/>
                        </a:rPr>
                        <a:t>UPS</a:t>
                      </a:r>
                      <a:endParaRPr lang="en-US" sz="1800">
                        <a:latin typeface="IBM Plex Sans" charset="0"/>
                        <a:ea typeface="IBM Plex Sans" charset="0"/>
                        <a:cs typeface="IBM Plex Sans" charset="0"/>
                      </a:endParaRPr>
                    </a:p>
                  </a:txBody>
                  <a:tcPr marL="109728" marR="109728" marT="36576" marB="36576" anchor="ctr">
                    <a:lnL w="9525" cap="flat" cmpd="sng" algn="ctr">
                      <a:solidFill>
                        <a:srgbClr val="BBBFCB"/>
                      </a:solidFill>
                      <a:prstDash val="solid"/>
                      <a:round/>
                      <a:headEnd type="none" w="med" len="med"/>
                      <a:tailEnd type="none" w="med" len="med"/>
                    </a:lnL>
                    <a:lnR w="9525" cap="flat" cmpd="sng" algn="ctr">
                      <a:solidFill>
                        <a:srgbClr val="BBBFCB"/>
                      </a:solidFill>
                      <a:prstDash val="solid"/>
                      <a:round/>
                      <a:headEnd type="none" w="med" len="med"/>
                      <a:tailEnd type="none" w="med" len="med"/>
                    </a:lnR>
                    <a:lnT w="9525" cap="flat" cmpd="sng" algn="ctr">
                      <a:solidFill>
                        <a:srgbClr val="BBBFCB"/>
                      </a:solidFill>
                      <a:prstDash val="solid"/>
                      <a:round/>
                      <a:headEnd type="none" w="med" len="med"/>
                      <a:tailEnd type="none" w="med" len="med"/>
                    </a:lnT>
                    <a:lnB w="9525" cap="flat" cmpd="sng" algn="ctr">
                      <a:solidFill>
                        <a:srgbClr val="BBBFCB"/>
                      </a:solidFill>
                      <a:prstDash val="solid"/>
                      <a:round/>
                      <a:headEnd type="none" w="med" len="med"/>
                      <a:tailEnd type="none" w="med" len="med"/>
                    </a:lnB>
                    <a:solidFill>
                      <a:srgbClr val="FFFFFF"/>
                    </a:solidFill>
                  </a:tcPr>
                </a:tc>
                <a:tc>
                  <a:txBody>
                    <a:bodyPr/>
                    <a:lstStyle/>
                    <a:p>
                      <a:pPr marL="0" indent="0" algn="ctr">
                        <a:buNone/>
                      </a:pPr>
                      <a:r>
                        <a:rPr lang="en-US" sz="1800" b="1">
                          <a:solidFill>
                            <a:srgbClr val="F57574"/>
                          </a:solidFill>
                          <a:latin typeface="IBM Plex Sans" pitchFamily="34" charset="0"/>
                          <a:ea typeface="IBM Plex Sans" pitchFamily="34" charset="-122"/>
                          <a:cs typeface="IBM Plex Sans" pitchFamily="34" charset="-120"/>
                        </a:rPr>
                        <a:t>2</a:t>
                      </a:r>
                      <a:endParaRPr lang="en-US" sz="1800">
                        <a:latin typeface="IBM Plex Sans" charset="0"/>
                        <a:ea typeface="IBM Plex Sans" charset="0"/>
                        <a:cs typeface="IBM Plex Sans" charset="0"/>
                      </a:endParaRPr>
                    </a:p>
                  </a:txBody>
                  <a:tcPr marL="109728" marR="109728" marT="36576" marB="36576" anchor="ctr">
                    <a:lnL w="9525" cap="flat" cmpd="sng" algn="ctr">
                      <a:solidFill>
                        <a:srgbClr val="BBBFCB"/>
                      </a:solidFill>
                      <a:prstDash val="solid"/>
                      <a:round/>
                      <a:headEnd type="none" w="med" len="med"/>
                      <a:tailEnd type="none" w="med" len="med"/>
                    </a:lnL>
                    <a:lnR w="9525" cap="flat" cmpd="sng" algn="ctr">
                      <a:solidFill>
                        <a:srgbClr val="BBBFCB"/>
                      </a:solidFill>
                      <a:prstDash val="solid"/>
                      <a:round/>
                      <a:headEnd type="none" w="med" len="med"/>
                      <a:tailEnd type="none" w="med" len="med"/>
                    </a:lnR>
                    <a:lnT w="9525" cap="flat" cmpd="sng" algn="ctr">
                      <a:solidFill>
                        <a:srgbClr val="BBBFCB"/>
                      </a:solidFill>
                      <a:prstDash val="solid"/>
                      <a:round/>
                      <a:headEnd type="none" w="med" len="med"/>
                      <a:tailEnd type="none" w="med" len="med"/>
                    </a:lnT>
                    <a:lnB w="9525" cap="flat" cmpd="sng" algn="ctr">
                      <a:solidFill>
                        <a:srgbClr val="BBBFCB"/>
                      </a:solidFill>
                      <a:prstDash val="solid"/>
                      <a:round/>
                      <a:headEnd type="none" w="med" len="med"/>
                      <a:tailEnd type="none" w="med" len="med"/>
                    </a:lnB>
                    <a:solidFill>
                      <a:srgbClr val="FFFFFF"/>
                    </a:solidFill>
                  </a:tcPr>
                </a:tc>
                <a:tc>
                  <a:txBody>
                    <a:bodyPr/>
                    <a:lstStyle/>
                    <a:p>
                      <a:pPr marL="0" indent="0">
                        <a:buNone/>
                      </a:pPr>
                      <a:r>
                        <a:rPr lang="en-US" sz="1800">
                          <a:solidFill>
                            <a:srgbClr val="1D2951"/>
                          </a:solidFill>
                          <a:latin typeface="IBM Plex Sans" pitchFamily="34" charset="0"/>
                          <a:ea typeface="IBM Plex Sans" pitchFamily="34" charset="-122"/>
                          <a:cs typeface="IBM Plex Sans" pitchFamily="34" charset="-120"/>
                        </a:rPr>
                        <a:t>1500VA</a:t>
                      </a:r>
                      <a:endParaRPr lang="en-US" sz="1800">
                        <a:latin typeface="IBM Plex Sans" charset="0"/>
                        <a:ea typeface="IBM Plex Sans" charset="0"/>
                        <a:cs typeface="IBM Plex Sans" charset="0"/>
                      </a:endParaRPr>
                    </a:p>
                  </a:txBody>
                  <a:tcPr marL="109728" marR="109728" marT="36576" marB="36576" anchor="ctr">
                    <a:lnL w="9525" cap="flat" cmpd="sng" algn="ctr">
                      <a:solidFill>
                        <a:srgbClr val="BBBFCB"/>
                      </a:solidFill>
                      <a:prstDash val="solid"/>
                      <a:round/>
                      <a:headEnd type="none" w="med" len="med"/>
                      <a:tailEnd type="none" w="med" len="med"/>
                    </a:lnL>
                    <a:lnR w="9525" cap="flat" cmpd="sng" algn="ctr">
                      <a:solidFill>
                        <a:srgbClr val="BBBFCB"/>
                      </a:solidFill>
                      <a:prstDash val="solid"/>
                      <a:round/>
                      <a:headEnd type="none" w="med" len="med"/>
                      <a:tailEnd type="none" w="med" len="med"/>
                    </a:lnR>
                    <a:lnT w="9525" cap="flat" cmpd="sng" algn="ctr">
                      <a:solidFill>
                        <a:srgbClr val="BBBFCB"/>
                      </a:solidFill>
                      <a:prstDash val="solid"/>
                      <a:round/>
                      <a:headEnd type="none" w="med" len="med"/>
                      <a:tailEnd type="none" w="med" len="med"/>
                    </a:lnT>
                    <a:lnB w="9525" cap="flat" cmpd="sng" algn="ctr">
                      <a:solidFill>
                        <a:srgbClr val="BBBFCB"/>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4A5474"/>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64240" cy="685800"/>
          </a:xfrm>
          <a:prstGeom prst="rect">
            <a:avLst/>
          </a:prstGeom>
          <a:noFill/>
          <a:ln/>
        </p:spPr>
        <p:txBody>
          <a:bodyPr wrap="square" lIns="0" tIns="0" rIns="0" bIns="0" rtlCol="0" anchor="t"/>
          <a:lstStyle/>
          <a:p>
            <a:pPr marL="0" indent="0" algn="l">
              <a:buNone/>
            </a:pPr>
            <a:r>
              <a:rPr lang="en-US" sz="3400" b="1">
                <a:solidFill>
                  <a:schemeClr val="tx1"/>
                </a:solidFill>
                <a:latin typeface="Space Grotesk" pitchFamily="34" charset="0"/>
                <a:ea typeface="Space Grotesk" pitchFamily="34" charset="-122"/>
                <a:cs typeface="Space Grotesk" pitchFamily="34" charset="-120"/>
              </a:rPr>
              <a:t>Network architecture</a:t>
            </a:r>
            <a:endParaRPr lang="en-US" sz="3400"/>
          </a:p>
        </p:txBody>
      </p:sp>
      <p:sp>
        <p:nvSpPr>
          <p:cNvPr id="3" name="diagramFrame"/>
          <p:cNvSpPr/>
          <p:nvPr/>
        </p:nvSpPr>
        <p:spPr>
          <a:xfrm>
            <a:off x="548640" y="1325880"/>
            <a:ext cx="5257800" cy="4846320"/>
          </a:xfrm>
          <a:prstGeom prst="roundRect">
            <a:avLst>
              <a:gd name="adj" fmla="val 1509"/>
            </a:avLst>
          </a:prstGeom>
          <a:solidFill>
            <a:srgbClr val="FFFFFF"/>
          </a:solidFill>
          <a:ln w="9525">
            <a:solidFill>
              <a:srgbClr val="BBBFCB"/>
            </a:solidFill>
            <a:prstDash val="solid"/>
          </a:ln>
        </p:spPr>
      </p:sp>
      <p:pic>
        <p:nvPicPr>
          <p:cNvPr id="4" name="Image 0" descr="Network diagram: ISP to router/firewall to 24-port managed switch, connecting desktops, printers, the NAS and two Wi-Fi access points"/>
          <p:cNvPicPr>
            <a:picLocks noChangeAspect="1"/>
          </p:cNvPicPr>
          <p:nvPr/>
        </p:nvPicPr>
        <p:blipFill>
          <a:blip r:embed="rId3"/>
          <a:stretch>
            <a:fillRect/>
          </a:stretch>
        </p:blipFill>
        <p:spPr>
          <a:xfrm>
            <a:off x="2398619" y="1372633"/>
            <a:ext cx="4709160" cy="4204851"/>
          </a:xfrm>
          <a:prstGeom prst="rect">
            <a:avLst/>
          </a:prstGeom>
        </p:spPr>
      </p:pic>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6080760" y="1325880"/>
          <a:ext cx="5532120" cy="2816352"/>
        </p:xfrm>
        <a:graphic>
          <a:graphicData uri="http://schemas.openxmlformats.org/drawingml/2006/table">
            <a:tbl>
              <a:tblPr/>
              <a:tblGrid>
                <a:gridCol w="914400">
                  <a:extLst>
                    <a:ext uri="{9D8B030D-6E8A-4147-A177-3AD203B41FA5}">
                      <a16:colId xmlns:a16="http://schemas.microsoft.com/office/drawing/2014/main" val="20000"/>
                    </a:ext>
                  </a:extLst>
                </a:gridCol>
                <a:gridCol w="2103120">
                  <a:extLst>
                    <a:ext uri="{9D8B030D-6E8A-4147-A177-3AD203B41FA5}">
                      <a16:colId xmlns:a16="http://schemas.microsoft.com/office/drawing/2014/main" val="20001"/>
                    </a:ext>
                  </a:extLst>
                </a:gridCol>
                <a:gridCol w="2514600">
                  <a:extLst>
                    <a:ext uri="{9D8B030D-6E8A-4147-A177-3AD203B41FA5}">
                      <a16:colId xmlns:a16="http://schemas.microsoft.com/office/drawing/2014/main" val="20002"/>
                    </a:ext>
                  </a:extLst>
                </a:gridCol>
              </a:tblGrid>
              <a:tr h="402336">
                <a:tc>
                  <a:txBody>
                    <a:bodyPr/>
                    <a:lstStyle/>
                    <a:p>
                      <a:pPr marL="0" indent="0">
                        <a:buNone/>
                      </a:pPr>
                      <a:r>
                        <a:rPr lang="en-US" sz="1500" b="1">
                          <a:solidFill>
                            <a:srgbClr val="FFFFFF"/>
                          </a:solidFill>
                          <a:latin typeface="IBM Plex Sans" pitchFamily="34" charset="0"/>
                          <a:ea typeface="IBM Plex Sans" pitchFamily="34" charset="-122"/>
                          <a:cs typeface="IBM Plex Sans" pitchFamily="34" charset="-120"/>
                        </a:rPr>
                        <a:t>VLAN</a:t>
                      </a:r>
                      <a:endParaRPr lang="en-US" sz="1500">
                        <a:latin typeface="IBM Plex Sans" charset="0"/>
                        <a:ea typeface="IBM Plex Sans" charset="0"/>
                        <a:cs typeface="IBM Plex Sans" charset="0"/>
                      </a:endParaRPr>
                    </a:p>
                  </a:txBody>
                  <a:tcPr marL="109728" marR="109728" marT="36576" marB="36576" anchor="ctr">
                    <a:lnL w="9525" cap="flat" cmpd="sng" algn="ctr">
                      <a:solidFill>
                        <a:srgbClr val="BBBFCB"/>
                      </a:solidFill>
                      <a:prstDash val="solid"/>
                      <a:round/>
                      <a:headEnd type="none" w="med" len="med"/>
                      <a:tailEnd type="none" w="med" len="med"/>
                    </a:lnL>
                    <a:lnR w="9525" cap="flat" cmpd="sng" algn="ctr">
                      <a:solidFill>
                        <a:srgbClr val="BBBFCB"/>
                      </a:solidFill>
                      <a:prstDash val="solid"/>
                      <a:round/>
                      <a:headEnd type="none" w="med" len="med"/>
                      <a:tailEnd type="none" w="med" len="med"/>
                    </a:lnR>
                    <a:lnT w="9525" cap="flat" cmpd="sng" algn="ctr">
                      <a:solidFill>
                        <a:srgbClr val="BBBFCB"/>
                      </a:solidFill>
                      <a:prstDash val="solid"/>
                      <a:round/>
                      <a:headEnd type="none" w="med" len="med"/>
                      <a:tailEnd type="none" w="med" len="med"/>
                    </a:lnT>
                    <a:lnB w="9525" cap="flat" cmpd="sng" algn="ctr">
                      <a:solidFill>
                        <a:srgbClr val="BBBFCB"/>
                      </a:solidFill>
                      <a:prstDash val="solid"/>
                      <a:round/>
                      <a:headEnd type="none" w="med" len="med"/>
                      <a:tailEnd type="none" w="med" len="med"/>
                    </a:lnB>
                    <a:solidFill>
                      <a:srgbClr val="1D2951"/>
                    </a:solidFill>
                  </a:tcPr>
                </a:tc>
                <a:tc>
                  <a:txBody>
                    <a:bodyPr/>
                    <a:lstStyle/>
                    <a:p>
                      <a:pPr marL="0" indent="0">
                        <a:buNone/>
                      </a:pPr>
                      <a:r>
                        <a:rPr lang="en-US" sz="1500" b="1">
                          <a:solidFill>
                            <a:srgbClr val="FFFFFF"/>
                          </a:solidFill>
                          <a:latin typeface="IBM Plex Sans" pitchFamily="34" charset="0"/>
                          <a:ea typeface="IBM Plex Sans" pitchFamily="34" charset="-122"/>
                          <a:cs typeface="IBM Plex Sans" pitchFamily="34" charset="-120"/>
                        </a:rPr>
                        <a:t>Segment</a:t>
                      </a:r>
                      <a:endParaRPr lang="en-US" sz="1500">
                        <a:latin typeface="IBM Plex Sans" charset="0"/>
                        <a:ea typeface="IBM Plex Sans" charset="0"/>
                        <a:cs typeface="IBM Plex Sans" charset="0"/>
                      </a:endParaRPr>
                    </a:p>
                  </a:txBody>
                  <a:tcPr marL="109728" marR="109728" marT="36576" marB="36576" anchor="ctr">
                    <a:lnL w="9525" cap="flat" cmpd="sng" algn="ctr">
                      <a:solidFill>
                        <a:srgbClr val="BBBFCB"/>
                      </a:solidFill>
                      <a:prstDash val="solid"/>
                      <a:round/>
                      <a:headEnd type="none" w="med" len="med"/>
                      <a:tailEnd type="none" w="med" len="med"/>
                    </a:lnL>
                    <a:lnR w="9525" cap="flat" cmpd="sng" algn="ctr">
                      <a:solidFill>
                        <a:srgbClr val="BBBFCB"/>
                      </a:solidFill>
                      <a:prstDash val="solid"/>
                      <a:round/>
                      <a:headEnd type="none" w="med" len="med"/>
                      <a:tailEnd type="none" w="med" len="med"/>
                    </a:lnR>
                    <a:lnT w="9525" cap="flat" cmpd="sng" algn="ctr">
                      <a:solidFill>
                        <a:srgbClr val="BBBFCB"/>
                      </a:solidFill>
                      <a:prstDash val="solid"/>
                      <a:round/>
                      <a:headEnd type="none" w="med" len="med"/>
                      <a:tailEnd type="none" w="med" len="med"/>
                    </a:lnT>
                    <a:lnB w="9525" cap="flat" cmpd="sng" algn="ctr">
                      <a:solidFill>
                        <a:srgbClr val="BBBFCB"/>
                      </a:solidFill>
                      <a:prstDash val="solid"/>
                      <a:round/>
                      <a:headEnd type="none" w="med" len="med"/>
                      <a:tailEnd type="none" w="med" len="med"/>
                    </a:lnB>
                    <a:solidFill>
                      <a:srgbClr val="1D2951"/>
                    </a:solidFill>
                  </a:tcPr>
                </a:tc>
                <a:tc>
                  <a:txBody>
                    <a:bodyPr/>
                    <a:lstStyle/>
                    <a:p>
                      <a:pPr marL="0" indent="0">
                        <a:buNone/>
                      </a:pPr>
                      <a:r>
                        <a:rPr lang="en-US" sz="1500" b="1">
                          <a:solidFill>
                            <a:srgbClr val="FFFFFF"/>
                          </a:solidFill>
                          <a:latin typeface="IBM Plex Sans" pitchFamily="34" charset="0"/>
                          <a:ea typeface="IBM Plex Sans" pitchFamily="34" charset="-122"/>
                          <a:cs typeface="IBM Plex Sans" pitchFamily="34" charset="-120"/>
                        </a:rPr>
                        <a:t>Subnet</a:t>
                      </a:r>
                      <a:endParaRPr lang="en-US" sz="1500">
                        <a:latin typeface="IBM Plex Sans" charset="0"/>
                        <a:ea typeface="IBM Plex Sans" charset="0"/>
                        <a:cs typeface="IBM Plex Sans" charset="0"/>
                      </a:endParaRPr>
                    </a:p>
                  </a:txBody>
                  <a:tcPr marL="109728" marR="109728" marT="36576" marB="36576" anchor="ctr">
                    <a:lnL w="9525" cap="flat" cmpd="sng" algn="ctr">
                      <a:solidFill>
                        <a:srgbClr val="BBBFCB"/>
                      </a:solidFill>
                      <a:prstDash val="solid"/>
                      <a:round/>
                      <a:headEnd type="none" w="med" len="med"/>
                      <a:tailEnd type="none" w="med" len="med"/>
                    </a:lnL>
                    <a:lnR w="9525" cap="flat" cmpd="sng" algn="ctr">
                      <a:solidFill>
                        <a:srgbClr val="BBBFCB"/>
                      </a:solidFill>
                      <a:prstDash val="solid"/>
                      <a:round/>
                      <a:headEnd type="none" w="med" len="med"/>
                      <a:tailEnd type="none" w="med" len="med"/>
                    </a:lnR>
                    <a:lnT w="9525" cap="flat" cmpd="sng" algn="ctr">
                      <a:solidFill>
                        <a:srgbClr val="BBBFCB"/>
                      </a:solidFill>
                      <a:prstDash val="solid"/>
                      <a:round/>
                      <a:headEnd type="none" w="med" len="med"/>
                      <a:tailEnd type="none" w="med" len="med"/>
                    </a:lnT>
                    <a:lnB w="9525" cap="flat" cmpd="sng" algn="ctr">
                      <a:solidFill>
                        <a:srgbClr val="BBBFCB"/>
                      </a:solidFill>
                      <a:prstDash val="solid"/>
                      <a:round/>
                      <a:headEnd type="none" w="med" len="med"/>
                      <a:tailEnd type="none" w="med" len="med"/>
                    </a:lnB>
                    <a:solidFill>
                      <a:srgbClr val="1D2951"/>
                    </a:solidFill>
                  </a:tcPr>
                </a:tc>
                <a:extLst>
                  <a:ext uri="{0D108BD9-81ED-4DB2-BD59-A6C34878D82A}">
                    <a16:rowId xmlns:a16="http://schemas.microsoft.com/office/drawing/2014/main" val="10000"/>
                  </a:ext>
                </a:extLst>
              </a:tr>
              <a:tr h="402336">
                <a:tc>
                  <a:txBody>
                    <a:bodyPr/>
                    <a:lstStyle/>
                    <a:p>
                      <a:pPr marL="0" indent="0" algn="ctr">
                        <a:buNone/>
                      </a:pPr>
                      <a:r>
                        <a:rPr lang="en-US" sz="1500" b="1">
                          <a:solidFill>
                            <a:srgbClr val="F57574"/>
                          </a:solidFill>
                          <a:latin typeface="IBM Plex Sans" pitchFamily="34" charset="0"/>
                          <a:ea typeface="IBM Plex Sans" pitchFamily="34" charset="-122"/>
                          <a:cs typeface="IBM Plex Sans" pitchFamily="34" charset="-120"/>
                        </a:rPr>
                        <a:t>10</a:t>
                      </a:r>
                      <a:endParaRPr lang="en-US" sz="1500">
                        <a:latin typeface="IBM Plex Sans" charset="0"/>
                        <a:ea typeface="IBM Plex Sans" charset="0"/>
                        <a:cs typeface="IBM Plex Sans" charset="0"/>
                      </a:endParaRPr>
                    </a:p>
                  </a:txBody>
                  <a:tcPr marL="109728" marR="109728" marT="36576" marB="36576" anchor="ctr">
                    <a:lnL w="9525" cap="flat" cmpd="sng" algn="ctr">
                      <a:solidFill>
                        <a:srgbClr val="BBBFCB"/>
                      </a:solidFill>
                      <a:prstDash val="solid"/>
                      <a:round/>
                      <a:headEnd type="none" w="med" len="med"/>
                      <a:tailEnd type="none" w="med" len="med"/>
                    </a:lnL>
                    <a:lnR w="9525" cap="flat" cmpd="sng" algn="ctr">
                      <a:solidFill>
                        <a:srgbClr val="BBBFCB"/>
                      </a:solidFill>
                      <a:prstDash val="solid"/>
                      <a:round/>
                      <a:headEnd type="none" w="med" len="med"/>
                      <a:tailEnd type="none" w="med" len="med"/>
                    </a:lnR>
                    <a:lnT w="9525" cap="flat" cmpd="sng" algn="ctr">
                      <a:solidFill>
                        <a:srgbClr val="BBBFCB"/>
                      </a:solidFill>
                      <a:prstDash val="solid"/>
                      <a:round/>
                      <a:headEnd type="none" w="med" len="med"/>
                      <a:tailEnd type="none" w="med" len="med"/>
                    </a:lnT>
                    <a:lnB w="9525" cap="flat" cmpd="sng" algn="ctr">
                      <a:solidFill>
                        <a:srgbClr val="BBBFCB"/>
                      </a:solidFill>
                      <a:prstDash val="solid"/>
                      <a:round/>
                      <a:headEnd type="none" w="med" len="med"/>
                      <a:tailEnd type="none" w="med" len="med"/>
                    </a:lnB>
                    <a:solidFill>
                      <a:srgbClr val="FFFFFF"/>
                    </a:solidFill>
                  </a:tcPr>
                </a:tc>
                <a:tc>
                  <a:txBody>
                    <a:bodyPr/>
                    <a:lstStyle/>
                    <a:p>
                      <a:pPr marL="0" indent="0">
                        <a:buNone/>
                      </a:pPr>
                      <a:r>
                        <a:rPr lang="en-US" sz="1500">
                          <a:solidFill>
                            <a:srgbClr val="1D2951"/>
                          </a:solidFill>
                          <a:latin typeface="IBM Plex Sans" pitchFamily="34" charset="0"/>
                          <a:ea typeface="IBM Plex Sans" pitchFamily="34" charset="-122"/>
                          <a:cs typeface="IBM Plex Sans" pitchFamily="34" charset="-120"/>
                        </a:rPr>
                        <a:t>Management</a:t>
                      </a:r>
                      <a:endParaRPr lang="en-US" sz="1500">
                        <a:latin typeface="IBM Plex Sans" charset="0"/>
                        <a:ea typeface="IBM Plex Sans" charset="0"/>
                        <a:cs typeface="IBM Plex Sans" charset="0"/>
                      </a:endParaRPr>
                    </a:p>
                  </a:txBody>
                  <a:tcPr marL="109728" marR="109728" marT="36576" marB="36576" anchor="ctr">
                    <a:lnL w="9525" cap="flat" cmpd="sng" algn="ctr">
                      <a:solidFill>
                        <a:srgbClr val="BBBFCB"/>
                      </a:solidFill>
                      <a:prstDash val="solid"/>
                      <a:round/>
                      <a:headEnd type="none" w="med" len="med"/>
                      <a:tailEnd type="none" w="med" len="med"/>
                    </a:lnL>
                    <a:lnR w="9525" cap="flat" cmpd="sng" algn="ctr">
                      <a:solidFill>
                        <a:srgbClr val="BBBFCB"/>
                      </a:solidFill>
                      <a:prstDash val="solid"/>
                      <a:round/>
                      <a:headEnd type="none" w="med" len="med"/>
                      <a:tailEnd type="none" w="med" len="med"/>
                    </a:lnR>
                    <a:lnT w="9525" cap="flat" cmpd="sng" algn="ctr">
                      <a:solidFill>
                        <a:srgbClr val="BBBFCB"/>
                      </a:solidFill>
                      <a:prstDash val="solid"/>
                      <a:round/>
                      <a:headEnd type="none" w="med" len="med"/>
                      <a:tailEnd type="none" w="med" len="med"/>
                    </a:lnT>
                    <a:lnB w="9525" cap="flat" cmpd="sng" algn="ctr">
                      <a:solidFill>
                        <a:srgbClr val="BBBFCB"/>
                      </a:solidFill>
                      <a:prstDash val="solid"/>
                      <a:round/>
                      <a:headEnd type="none" w="med" len="med"/>
                      <a:tailEnd type="none" w="med" len="med"/>
                    </a:lnB>
                    <a:solidFill>
                      <a:srgbClr val="FFFFFF"/>
                    </a:solidFill>
                  </a:tcPr>
                </a:tc>
                <a:tc>
                  <a:txBody>
                    <a:bodyPr/>
                    <a:lstStyle/>
                    <a:p>
                      <a:pPr marL="0" indent="0">
                        <a:buNone/>
                      </a:pPr>
                      <a:r>
                        <a:rPr lang="en-US" sz="1500">
                          <a:solidFill>
                            <a:srgbClr val="1D2951"/>
                          </a:solidFill>
                          <a:latin typeface="IBM Plex Mono" pitchFamily="34" charset="0"/>
                          <a:ea typeface="IBM Plex Mono" pitchFamily="34" charset="-122"/>
                          <a:cs typeface="IBM Plex Mono" pitchFamily="34" charset="-120"/>
                        </a:rPr>
                        <a:t>192.168.10.0/24</a:t>
                      </a:r>
                      <a:endParaRPr lang="en-US" sz="1500">
                        <a:latin typeface="IBM Plex Mono" charset="0"/>
                        <a:ea typeface="IBM Plex Mono" charset="0"/>
                        <a:cs typeface="IBM Plex Mono" charset="0"/>
                      </a:endParaRPr>
                    </a:p>
                  </a:txBody>
                  <a:tcPr marL="109728" marR="109728" marT="36576" marB="36576" anchor="ctr">
                    <a:lnL w="9525" cap="flat" cmpd="sng" algn="ctr">
                      <a:solidFill>
                        <a:srgbClr val="BBBFCB"/>
                      </a:solidFill>
                      <a:prstDash val="solid"/>
                      <a:round/>
                      <a:headEnd type="none" w="med" len="med"/>
                      <a:tailEnd type="none" w="med" len="med"/>
                    </a:lnL>
                    <a:lnR w="9525" cap="flat" cmpd="sng" algn="ctr">
                      <a:solidFill>
                        <a:srgbClr val="BBBFCB"/>
                      </a:solidFill>
                      <a:prstDash val="solid"/>
                      <a:round/>
                      <a:headEnd type="none" w="med" len="med"/>
                      <a:tailEnd type="none" w="med" len="med"/>
                    </a:lnR>
                    <a:lnT w="9525" cap="flat" cmpd="sng" algn="ctr">
                      <a:solidFill>
                        <a:srgbClr val="BBBFCB"/>
                      </a:solidFill>
                      <a:prstDash val="solid"/>
                      <a:round/>
                      <a:headEnd type="none" w="med" len="med"/>
                      <a:tailEnd type="none" w="med" len="med"/>
                    </a:lnT>
                    <a:lnB w="9525" cap="flat" cmpd="sng" algn="ctr">
                      <a:solidFill>
                        <a:srgbClr val="BBBFC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02336">
                <a:tc>
                  <a:txBody>
                    <a:bodyPr/>
                    <a:lstStyle/>
                    <a:p>
                      <a:pPr marL="0" indent="0" algn="ctr">
                        <a:buNone/>
                      </a:pPr>
                      <a:r>
                        <a:rPr lang="en-US" sz="1500" b="1">
                          <a:solidFill>
                            <a:srgbClr val="F57574"/>
                          </a:solidFill>
                          <a:latin typeface="IBM Plex Sans" pitchFamily="34" charset="0"/>
                          <a:ea typeface="IBM Plex Sans" pitchFamily="34" charset="-122"/>
                          <a:cs typeface="IBM Plex Sans" pitchFamily="34" charset="-120"/>
                        </a:rPr>
                        <a:t>20</a:t>
                      </a:r>
                      <a:endParaRPr lang="en-US" sz="1500">
                        <a:latin typeface="IBM Plex Sans" charset="0"/>
                        <a:ea typeface="IBM Plex Sans" charset="0"/>
                        <a:cs typeface="IBM Plex Sans" charset="0"/>
                      </a:endParaRPr>
                    </a:p>
                  </a:txBody>
                  <a:tcPr marL="109728" marR="109728" marT="36576" marB="36576" anchor="ctr">
                    <a:lnL w="9525" cap="flat" cmpd="sng" algn="ctr">
                      <a:solidFill>
                        <a:srgbClr val="BBBFCB"/>
                      </a:solidFill>
                      <a:prstDash val="solid"/>
                      <a:round/>
                      <a:headEnd type="none" w="med" len="med"/>
                      <a:tailEnd type="none" w="med" len="med"/>
                    </a:lnL>
                    <a:lnR w="9525" cap="flat" cmpd="sng" algn="ctr">
                      <a:solidFill>
                        <a:srgbClr val="BBBFCB"/>
                      </a:solidFill>
                      <a:prstDash val="solid"/>
                      <a:round/>
                      <a:headEnd type="none" w="med" len="med"/>
                      <a:tailEnd type="none" w="med" len="med"/>
                    </a:lnR>
                    <a:lnT w="9525" cap="flat" cmpd="sng" algn="ctr">
                      <a:solidFill>
                        <a:srgbClr val="BBBFCB"/>
                      </a:solidFill>
                      <a:prstDash val="solid"/>
                      <a:round/>
                      <a:headEnd type="none" w="med" len="med"/>
                      <a:tailEnd type="none" w="med" len="med"/>
                    </a:lnT>
                    <a:lnB w="9525" cap="flat" cmpd="sng" algn="ctr">
                      <a:solidFill>
                        <a:srgbClr val="BBBFCB"/>
                      </a:solidFill>
                      <a:prstDash val="solid"/>
                      <a:round/>
                      <a:headEnd type="none" w="med" len="med"/>
                      <a:tailEnd type="none" w="med" len="med"/>
                    </a:lnB>
                    <a:solidFill>
                      <a:srgbClr val="FFFFFF"/>
                    </a:solidFill>
                  </a:tcPr>
                </a:tc>
                <a:tc>
                  <a:txBody>
                    <a:bodyPr/>
                    <a:lstStyle/>
                    <a:p>
                      <a:pPr marL="0" indent="0">
                        <a:buNone/>
                      </a:pPr>
                      <a:r>
                        <a:rPr lang="en-US" sz="1500">
                          <a:solidFill>
                            <a:srgbClr val="1D2951"/>
                          </a:solidFill>
                          <a:latin typeface="IBM Plex Sans" pitchFamily="34" charset="0"/>
                          <a:ea typeface="IBM Plex Sans" pitchFamily="34" charset="-122"/>
                          <a:cs typeface="IBM Plex Sans" pitchFamily="34" charset="-120"/>
                        </a:rPr>
                        <a:t>Servers / NAS</a:t>
                      </a:r>
                      <a:endParaRPr lang="en-US" sz="1500">
                        <a:latin typeface="IBM Plex Sans" charset="0"/>
                        <a:ea typeface="IBM Plex Sans" charset="0"/>
                        <a:cs typeface="IBM Plex Sans" charset="0"/>
                      </a:endParaRPr>
                    </a:p>
                  </a:txBody>
                  <a:tcPr marL="109728" marR="109728" marT="36576" marB="36576" anchor="ctr">
                    <a:lnL w="9525" cap="flat" cmpd="sng" algn="ctr">
                      <a:solidFill>
                        <a:srgbClr val="BBBFCB"/>
                      </a:solidFill>
                      <a:prstDash val="solid"/>
                      <a:round/>
                      <a:headEnd type="none" w="med" len="med"/>
                      <a:tailEnd type="none" w="med" len="med"/>
                    </a:lnL>
                    <a:lnR w="9525" cap="flat" cmpd="sng" algn="ctr">
                      <a:solidFill>
                        <a:srgbClr val="BBBFCB"/>
                      </a:solidFill>
                      <a:prstDash val="solid"/>
                      <a:round/>
                      <a:headEnd type="none" w="med" len="med"/>
                      <a:tailEnd type="none" w="med" len="med"/>
                    </a:lnR>
                    <a:lnT w="9525" cap="flat" cmpd="sng" algn="ctr">
                      <a:solidFill>
                        <a:srgbClr val="BBBFCB"/>
                      </a:solidFill>
                      <a:prstDash val="solid"/>
                      <a:round/>
                      <a:headEnd type="none" w="med" len="med"/>
                      <a:tailEnd type="none" w="med" len="med"/>
                    </a:lnT>
                    <a:lnB w="9525" cap="flat" cmpd="sng" algn="ctr">
                      <a:solidFill>
                        <a:srgbClr val="BBBFCB"/>
                      </a:solidFill>
                      <a:prstDash val="solid"/>
                      <a:round/>
                      <a:headEnd type="none" w="med" len="med"/>
                      <a:tailEnd type="none" w="med" len="med"/>
                    </a:lnB>
                    <a:solidFill>
                      <a:srgbClr val="FFFFFF"/>
                    </a:solidFill>
                  </a:tcPr>
                </a:tc>
                <a:tc>
                  <a:txBody>
                    <a:bodyPr/>
                    <a:lstStyle/>
                    <a:p>
                      <a:pPr marL="0" indent="0">
                        <a:buNone/>
                      </a:pPr>
                      <a:r>
                        <a:rPr lang="en-US" sz="1500">
                          <a:solidFill>
                            <a:srgbClr val="1D2951"/>
                          </a:solidFill>
                          <a:latin typeface="IBM Plex Mono" pitchFamily="34" charset="0"/>
                          <a:ea typeface="IBM Plex Mono" pitchFamily="34" charset="-122"/>
                          <a:cs typeface="IBM Plex Mono" pitchFamily="34" charset="-120"/>
                        </a:rPr>
                        <a:t>192.168.20.0/24</a:t>
                      </a:r>
                      <a:endParaRPr lang="en-US" sz="1500">
                        <a:latin typeface="IBM Plex Mono" charset="0"/>
                        <a:ea typeface="IBM Plex Mono" charset="0"/>
                        <a:cs typeface="IBM Plex Mono" charset="0"/>
                      </a:endParaRPr>
                    </a:p>
                  </a:txBody>
                  <a:tcPr marL="109728" marR="109728" marT="36576" marB="36576" anchor="ctr">
                    <a:lnL w="9525" cap="flat" cmpd="sng" algn="ctr">
                      <a:solidFill>
                        <a:srgbClr val="BBBFCB"/>
                      </a:solidFill>
                      <a:prstDash val="solid"/>
                      <a:round/>
                      <a:headEnd type="none" w="med" len="med"/>
                      <a:tailEnd type="none" w="med" len="med"/>
                    </a:lnL>
                    <a:lnR w="9525" cap="flat" cmpd="sng" algn="ctr">
                      <a:solidFill>
                        <a:srgbClr val="BBBFCB"/>
                      </a:solidFill>
                      <a:prstDash val="solid"/>
                      <a:round/>
                      <a:headEnd type="none" w="med" len="med"/>
                      <a:tailEnd type="none" w="med" len="med"/>
                    </a:lnR>
                    <a:lnT w="9525" cap="flat" cmpd="sng" algn="ctr">
                      <a:solidFill>
                        <a:srgbClr val="BBBFCB"/>
                      </a:solidFill>
                      <a:prstDash val="solid"/>
                      <a:round/>
                      <a:headEnd type="none" w="med" len="med"/>
                      <a:tailEnd type="none" w="med" len="med"/>
                    </a:lnT>
                    <a:lnB w="9525" cap="flat" cmpd="sng" algn="ctr">
                      <a:solidFill>
                        <a:srgbClr val="BBBFCB"/>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02336">
                <a:tc>
                  <a:txBody>
                    <a:bodyPr/>
                    <a:lstStyle/>
                    <a:p>
                      <a:pPr marL="0" indent="0" algn="ctr">
                        <a:buNone/>
                      </a:pPr>
                      <a:r>
                        <a:rPr lang="en-US" sz="1500" b="1">
                          <a:solidFill>
                            <a:srgbClr val="F57574"/>
                          </a:solidFill>
                          <a:latin typeface="IBM Plex Sans" pitchFamily="34" charset="0"/>
                          <a:ea typeface="IBM Plex Sans" pitchFamily="34" charset="-122"/>
                          <a:cs typeface="IBM Plex Sans" pitchFamily="34" charset="-120"/>
                        </a:rPr>
                        <a:t>30</a:t>
                      </a:r>
                      <a:endParaRPr lang="en-US" sz="1500">
                        <a:latin typeface="IBM Plex Sans" charset="0"/>
                        <a:ea typeface="IBM Plex Sans" charset="0"/>
                        <a:cs typeface="IBM Plex Sans" charset="0"/>
                      </a:endParaRPr>
                    </a:p>
                  </a:txBody>
                  <a:tcPr marL="109728" marR="109728" marT="36576" marB="36576" anchor="ctr">
                    <a:lnL w="9525" cap="flat" cmpd="sng" algn="ctr">
                      <a:solidFill>
                        <a:srgbClr val="BBBFCB"/>
                      </a:solidFill>
                      <a:prstDash val="solid"/>
                      <a:round/>
                      <a:headEnd type="none" w="med" len="med"/>
                      <a:tailEnd type="none" w="med" len="med"/>
                    </a:lnL>
                    <a:lnR w="9525" cap="flat" cmpd="sng" algn="ctr">
                      <a:solidFill>
                        <a:srgbClr val="BBBFCB"/>
                      </a:solidFill>
                      <a:prstDash val="solid"/>
                      <a:round/>
                      <a:headEnd type="none" w="med" len="med"/>
                      <a:tailEnd type="none" w="med" len="med"/>
                    </a:lnR>
                    <a:lnT w="9525" cap="flat" cmpd="sng" algn="ctr">
                      <a:solidFill>
                        <a:srgbClr val="BBBFCB"/>
                      </a:solidFill>
                      <a:prstDash val="solid"/>
                      <a:round/>
                      <a:headEnd type="none" w="med" len="med"/>
                      <a:tailEnd type="none" w="med" len="med"/>
                    </a:lnT>
                    <a:lnB w="9525" cap="flat" cmpd="sng" algn="ctr">
                      <a:solidFill>
                        <a:srgbClr val="BBBFCB"/>
                      </a:solidFill>
                      <a:prstDash val="solid"/>
                      <a:round/>
                      <a:headEnd type="none" w="med" len="med"/>
                      <a:tailEnd type="none" w="med" len="med"/>
                    </a:lnB>
                    <a:solidFill>
                      <a:srgbClr val="FFFFFF"/>
                    </a:solidFill>
                  </a:tcPr>
                </a:tc>
                <a:tc>
                  <a:txBody>
                    <a:bodyPr/>
                    <a:lstStyle/>
                    <a:p>
                      <a:pPr marL="0" indent="0">
                        <a:buNone/>
                      </a:pPr>
                      <a:r>
                        <a:rPr lang="en-US" sz="1500">
                          <a:solidFill>
                            <a:srgbClr val="1D2951"/>
                          </a:solidFill>
                          <a:latin typeface="IBM Plex Sans" pitchFamily="34" charset="0"/>
                          <a:ea typeface="IBM Plex Sans" pitchFamily="34" charset="-122"/>
                          <a:cs typeface="IBM Plex Sans" pitchFamily="34" charset="-120"/>
                        </a:rPr>
                        <a:t>User devices</a:t>
                      </a:r>
                      <a:endParaRPr lang="en-US" sz="1500">
                        <a:latin typeface="IBM Plex Sans" charset="0"/>
                        <a:ea typeface="IBM Plex Sans" charset="0"/>
                        <a:cs typeface="IBM Plex Sans" charset="0"/>
                      </a:endParaRPr>
                    </a:p>
                  </a:txBody>
                  <a:tcPr marL="109728" marR="109728" marT="36576" marB="36576" anchor="ctr">
                    <a:lnL w="9525" cap="flat" cmpd="sng" algn="ctr">
                      <a:solidFill>
                        <a:srgbClr val="BBBFCB"/>
                      </a:solidFill>
                      <a:prstDash val="solid"/>
                      <a:round/>
                      <a:headEnd type="none" w="med" len="med"/>
                      <a:tailEnd type="none" w="med" len="med"/>
                    </a:lnL>
                    <a:lnR w="9525" cap="flat" cmpd="sng" algn="ctr">
                      <a:solidFill>
                        <a:srgbClr val="BBBFCB"/>
                      </a:solidFill>
                      <a:prstDash val="solid"/>
                      <a:round/>
                      <a:headEnd type="none" w="med" len="med"/>
                      <a:tailEnd type="none" w="med" len="med"/>
                    </a:lnR>
                    <a:lnT w="9525" cap="flat" cmpd="sng" algn="ctr">
                      <a:solidFill>
                        <a:srgbClr val="BBBFCB"/>
                      </a:solidFill>
                      <a:prstDash val="solid"/>
                      <a:round/>
                      <a:headEnd type="none" w="med" len="med"/>
                      <a:tailEnd type="none" w="med" len="med"/>
                    </a:lnT>
                    <a:lnB w="9525" cap="flat" cmpd="sng" algn="ctr">
                      <a:solidFill>
                        <a:srgbClr val="BBBFCB"/>
                      </a:solidFill>
                      <a:prstDash val="solid"/>
                      <a:round/>
                      <a:headEnd type="none" w="med" len="med"/>
                      <a:tailEnd type="none" w="med" len="med"/>
                    </a:lnB>
                    <a:solidFill>
                      <a:srgbClr val="FFFFFF"/>
                    </a:solidFill>
                  </a:tcPr>
                </a:tc>
                <a:tc>
                  <a:txBody>
                    <a:bodyPr/>
                    <a:lstStyle/>
                    <a:p>
                      <a:pPr marL="0" indent="0">
                        <a:buNone/>
                      </a:pPr>
                      <a:r>
                        <a:rPr lang="en-US" sz="1500">
                          <a:solidFill>
                            <a:srgbClr val="1D2951"/>
                          </a:solidFill>
                          <a:latin typeface="IBM Plex Mono" pitchFamily="34" charset="0"/>
                          <a:ea typeface="IBM Plex Mono" pitchFamily="34" charset="-122"/>
                          <a:cs typeface="IBM Plex Mono" pitchFamily="34" charset="-120"/>
                        </a:rPr>
                        <a:t>192.168.30.0/24</a:t>
                      </a:r>
                      <a:endParaRPr lang="en-US" sz="1500">
                        <a:latin typeface="IBM Plex Mono" charset="0"/>
                        <a:ea typeface="IBM Plex Mono" charset="0"/>
                        <a:cs typeface="IBM Plex Mono" charset="0"/>
                      </a:endParaRPr>
                    </a:p>
                  </a:txBody>
                  <a:tcPr marL="109728" marR="109728" marT="36576" marB="36576" anchor="ctr">
                    <a:lnL w="9525" cap="flat" cmpd="sng" algn="ctr">
                      <a:solidFill>
                        <a:srgbClr val="BBBFCB"/>
                      </a:solidFill>
                      <a:prstDash val="solid"/>
                      <a:round/>
                      <a:headEnd type="none" w="med" len="med"/>
                      <a:tailEnd type="none" w="med" len="med"/>
                    </a:lnL>
                    <a:lnR w="9525" cap="flat" cmpd="sng" algn="ctr">
                      <a:solidFill>
                        <a:srgbClr val="BBBFCB"/>
                      </a:solidFill>
                      <a:prstDash val="solid"/>
                      <a:round/>
                      <a:headEnd type="none" w="med" len="med"/>
                      <a:tailEnd type="none" w="med" len="med"/>
                    </a:lnR>
                    <a:lnT w="9525" cap="flat" cmpd="sng" algn="ctr">
                      <a:solidFill>
                        <a:srgbClr val="BBBFCB"/>
                      </a:solidFill>
                      <a:prstDash val="solid"/>
                      <a:round/>
                      <a:headEnd type="none" w="med" len="med"/>
                      <a:tailEnd type="none" w="med" len="med"/>
                    </a:lnT>
                    <a:lnB w="9525" cap="flat" cmpd="sng" algn="ctr">
                      <a:solidFill>
                        <a:srgbClr val="BBBFCB"/>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02336">
                <a:tc>
                  <a:txBody>
                    <a:bodyPr/>
                    <a:lstStyle/>
                    <a:p>
                      <a:pPr marL="0" indent="0" algn="ctr">
                        <a:buNone/>
                      </a:pPr>
                      <a:r>
                        <a:rPr lang="en-US" sz="1500" b="1">
                          <a:solidFill>
                            <a:srgbClr val="F57574"/>
                          </a:solidFill>
                          <a:latin typeface="IBM Plex Sans" pitchFamily="34" charset="0"/>
                          <a:ea typeface="IBM Plex Sans" pitchFamily="34" charset="-122"/>
                          <a:cs typeface="IBM Plex Sans" pitchFamily="34" charset="-120"/>
                        </a:rPr>
                        <a:t>40</a:t>
                      </a:r>
                      <a:endParaRPr lang="en-US" sz="1500">
                        <a:latin typeface="IBM Plex Sans" charset="0"/>
                        <a:ea typeface="IBM Plex Sans" charset="0"/>
                        <a:cs typeface="IBM Plex Sans" charset="0"/>
                      </a:endParaRPr>
                    </a:p>
                  </a:txBody>
                  <a:tcPr marL="109728" marR="109728" marT="36576" marB="36576" anchor="ctr">
                    <a:lnL w="9525" cap="flat" cmpd="sng" algn="ctr">
                      <a:solidFill>
                        <a:srgbClr val="BBBFCB"/>
                      </a:solidFill>
                      <a:prstDash val="solid"/>
                      <a:round/>
                      <a:headEnd type="none" w="med" len="med"/>
                      <a:tailEnd type="none" w="med" len="med"/>
                    </a:lnL>
                    <a:lnR w="9525" cap="flat" cmpd="sng" algn="ctr">
                      <a:solidFill>
                        <a:srgbClr val="BBBFCB"/>
                      </a:solidFill>
                      <a:prstDash val="solid"/>
                      <a:round/>
                      <a:headEnd type="none" w="med" len="med"/>
                      <a:tailEnd type="none" w="med" len="med"/>
                    </a:lnR>
                    <a:lnT w="9525" cap="flat" cmpd="sng" algn="ctr">
                      <a:solidFill>
                        <a:srgbClr val="BBBFCB"/>
                      </a:solidFill>
                      <a:prstDash val="solid"/>
                      <a:round/>
                      <a:headEnd type="none" w="med" len="med"/>
                      <a:tailEnd type="none" w="med" len="med"/>
                    </a:lnT>
                    <a:lnB w="9525" cap="flat" cmpd="sng" algn="ctr">
                      <a:solidFill>
                        <a:srgbClr val="BBBFCB"/>
                      </a:solidFill>
                      <a:prstDash val="solid"/>
                      <a:round/>
                      <a:headEnd type="none" w="med" len="med"/>
                      <a:tailEnd type="none" w="med" len="med"/>
                    </a:lnB>
                    <a:solidFill>
                      <a:srgbClr val="FFFFFF"/>
                    </a:solidFill>
                  </a:tcPr>
                </a:tc>
                <a:tc>
                  <a:txBody>
                    <a:bodyPr/>
                    <a:lstStyle/>
                    <a:p>
                      <a:pPr marL="0" indent="0">
                        <a:buNone/>
                      </a:pPr>
                      <a:r>
                        <a:rPr lang="en-US" sz="1500">
                          <a:solidFill>
                            <a:srgbClr val="1D2951"/>
                          </a:solidFill>
                          <a:latin typeface="IBM Plex Sans" pitchFamily="34" charset="0"/>
                          <a:ea typeface="IBM Plex Sans" pitchFamily="34" charset="-122"/>
                          <a:cs typeface="IBM Plex Sans" pitchFamily="34" charset="-120"/>
                        </a:rPr>
                        <a:t>Printers</a:t>
                      </a:r>
                      <a:endParaRPr lang="en-US" sz="1500">
                        <a:latin typeface="IBM Plex Sans" charset="0"/>
                        <a:ea typeface="IBM Plex Sans" charset="0"/>
                        <a:cs typeface="IBM Plex Sans" charset="0"/>
                      </a:endParaRPr>
                    </a:p>
                  </a:txBody>
                  <a:tcPr marL="109728" marR="109728" marT="36576" marB="36576" anchor="ctr">
                    <a:lnL w="9525" cap="flat" cmpd="sng" algn="ctr">
                      <a:solidFill>
                        <a:srgbClr val="BBBFCB"/>
                      </a:solidFill>
                      <a:prstDash val="solid"/>
                      <a:round/>
                      <a:headEnd type="none" w="med" len="med"/>
                      <a:tailEnd type="none" w="med" len="med"/>
                    </a:lnL>
                    <a:lnR w="9525" cap="flat" cmpd="sng" algn="ctr">
                      <a:solidFill>
                        <a:srgbClr val="BBBFCB"/>
                      </a:solidFill>
                      <a:prstDash val="solid"/>
                      <a:round/>
                      <a:headEnd type="none" w="med" len="med"/>
                      <a:tailEnd type="none" w="med" len="med"/>
                    </a:lnR>
                    <a:lnT w="9525" cap="flat" cmpd="sng" algn="ctr">
                      <a:solidFill>
                        <a:srgbClr val="BBBFCB"/>
                      </a:solidFill>
                      <a:prstDash val="solid"/>
                      <a:round/>
                      <a:headEnd type="none" w="med" len="med"/>
                      <a:tailEnd type="none" w="med" len="med"/>
                    </a:lnT>
                    <a:lnB w="9525" cap="flat" cmpd="sng" algn="ctr">
                      <a:solidFill>
                        <a:srgbClr val="BBBFCB"/>
                      </a:solidFill>
                      <a:prstDash val="solid"/>
                      <a:round/>
                      <a:headEnd type="none" w="med" len="med"/>
                      <a:tailEnd type="none" w="med" len="med"/>
                    </a:lnB>
                    <a:solidFill>
                      <a:srgbClr val="FFFFFF"/>
                    </a:solidFill>
                  </a:tcPr>
                </a:tc>
                <a:tc>
                  <a:txBody>
                    <a:bodyPr/>
                    <a:lstStyle/>
                    <a:p>
                      <a:pPr marL="0" indent="0">
                        <a:buNone/>
                      </a:pPr>
                      <a:r>
                        <a:rPr lang="en-US" sz="1500">
                          <a:solidFill>
                            <a:srgbClr val="1D2951"/>
                          </a:solidFill>
                          <a:latin typeface="IBM Plex Mono" pitchFamily="34" charset="0"/>
                          <a:ea typeface="IBM Plex Mono" pitchFamily="34" charset="-122"/>
                          <a:cs typeface="IBM Plex Mono" pitchFamily="34" charset="-120"/>
                        </a:rPr>
                        <a:t>192.168.40.0/24</a:t>
                      </a:r>
                      <a:endParaRPr lang="en-US" sz="1500">
                        <a:latin typeface="IBM Plex Mono" charset="0"/>
                        <a:ea typeface="IBM Plex Mono" charset="0"/>
                        <a:cs typeface="IBM Plex Mono" charset="0"/>
                      </a:endParaRPr>
                    </a:p>
                  </a:txBody>
                  <a:tcPr marL="109728" marR="109728" marT="36576" marB="36576" anchor="ctr">
                    <a:lnL w="9525" cap="flat" cmpd="sng" algn="ctr">
                      <a:solidFill>
                        <a:srgbClr val="BBBFCB"/>
                      </a:solidFill>
                      <a:prstDash val="solid"/>
                      <a:round/>
                      <a:headEnd type="none" w="med" len="med"/>
                      <a:tailEnd type="none" w="med" len="med"/>
                    </a:lnL>
                    <a:lnR w="9525" cap="flat" cmpd="sng" algn="ctr">
                      <a:solidFill>
                        <a:srgbClr val="BBBFCB"/>
                      </a:solidFill>
                      <a:prstDash val="solid"/>
                      <a:round/>
                      <a:headEnd type="none" w="med" len="med"/>
                      <a:tailEnd type="none" w="med" len="med"/>
                    </a:lnR>
                    <a:lnT w="9525" cap="flat" cmpd="sng" algn="ctr">
                      <a:solidFill>
                        <a:srgbClr val="BBBFCB"/>
                      </a:solidFill>
                      <a:prstDash val="solid"/>
                      <a:round/>
                      <a:headEnd type="none" w="med" len="med"/>
                      <a:tailEnd type="none" w="med" len="med"/>
                    </a:lnT>
                    <a:lnB w="9525" cap="flat" cmpd="sng" algn="ctr">
                      <a:solidFill>
                        <a:srgbClr val="BBBFCB"/>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02336">
                <a:tc>
                  <a:txBody>
                    <a:bodyPr/>
                    <a:lstStyle/>
                    <a:p>
                      <a:pPr marL="0" indent="0" algn="ctr">
                        <a:buNone/>
                      </a:pPr>
                      <a:r>
                        <a:rPr lang="en-US" sz="1500" b="1">
                          <a:solidFill>
                            <a:srgbClr val="F57574"/>
                          </a:solidFill>
                          <a:latin typeface="IBM Plex Sans" pitchFamily="34" charset="0"/>
                          <a:ea typeface="IBM Plex Sans" pitchFamily="34" charset="-122"/>
                          <a:cs typeface="IBM Plex Sans" pitchFamily="34" charset="-120"/>
                        </a:rPr>
                        <a:t>50</a:t>
                      </a:r>
                      <a:endParaRPr lang="en-US" sz="1500">
                        <a:latin typeface="IBM Plex Sans" charset="0"/>
                        <a:ea typeface="IBM Plex Sans" charset="0"/>
                        <a:cs typeface="IBM Plex Sans" charset="0"/>
                      </a:endParaRPr>
                    </a:p>
                  </a:txBody>
                  <a:tcPr marL="109728" marR="109728" marT="36576" marB="36576" anchor="ctr">
                    <a:lnL w="9525" cap="flat" cmpd="sng" algn="ctr">
                      <a:solidFill>
                        <a:srgbClr val="BBBFCB"/>
                      </a:solidFill>
                      <a:prstDash val="solid"/>
                      <a:round/>
                      <a:headEnd type="none" w="med" len="med"/>
                      <a:tailEnd type="none" w="med" len="med"/>
                    </a:lnL>
                    <a:lnR w="9525" cap="flat" cmpd="sng" algn="ctr">
                      <a:solidFill>
                        <a:srgbClr val="BBBFCB"/>
                      </a:solidFill>
                      <a:prstDash val="solid"/>
                      <a:round/>
                      <a:headEnd type="none" w="med" len="med"/>
                      <a:tailEnd type="none" w="med" len="med"/>
                    </a:lnR>
                    <a:lnT w="9525" cap="flat" cmpd="sng" algn="ctr">
                      <a:solidFill>
                        <a:srgbClr val="BBBFCB"/>
                      </a:solidFill>
                      <a:prstDash val="solid"/>
                      <a:round/>
                      <a:headEnd type="none" w="med" len="med"/>
                      <a:tailEnd type="none" w="med" len="med"/>
                    </a:lnT>
                    <a:lnB w="9525" cap="flat" cmpd="sng" algn="ctr">
                      <a:solidFill>
                        <a:srgbClr val="BBBFCB"/>
                      </a:solidFill>
                      <a:prstDash val="solid"/>
                      <a:round/>
                      <a:headEnd type="none" w="med" len="med"/>
                      <a:tailEnd type="none" w="med" len="med"/>
                    </a:lnB>
                    <a:solidFill>
                      <a:srgbClr val="FFFFFF"/>
                    </a:solidFill>
                  </a:tcPr>
                </a:tc>
                <a:tc>
                  <a:txBody>
                    <a:bodyPr/>
                    <a:lstStyle/>
                    <a:p>
                      <a:pPr marL="0" indent="0">
                        <a:buNone/>
                      </a:pPr>
                      <a:r>
                        <a:rPr lang="en-US" sz="1500">
                          <a:solidFill>
                            <a:srgbClr val="1D2951"/>
                          </a:solidFill>
                          <a:latin typeface="IBM Plex Sans" pitchFamily="34" charset="0"/>
                          <a:ea typeface="IBM Plex Sans" pitchFamily="34" charset="-122"/>
                          <a:cs typeface="IBM Plex Sans" pitchFamily="34" charset="-120"/>
                        </a:rPr>
                        <a:t>Staff Wi-Fi</a:t>
                      </a:r>
                      <a:endParaRPr lang="en-US" sz="1500">
                        <a:latin typeface="IBM Plex Sans" charset="0"/>
                        <a:ea typeface="IBM Plex Sans" charset="0"/>
                        <a:cs typeface="IBM Plex Sans" charset="0"/>
                      </a:endParaRPr>
                    </a:p>
                  </a:txBody>
                  <a:tcPr marL="109728" marR="109728" marT="36576" marB="36576" anchor="ctr">
                    <a:lnL w="9525" cap="flat" cmpd="sng" algn="ctr">
                      <a:solidFill>
                        <a:srgbClr val="BBBFCB"/>
                      </a:solidFill>
                      <a:prstDash val="solid"/>
                      <a:round/>
                      <a:headEnd type="none" w="med" len="med"/>
                      <a:tailEnd type="none" w="med" len="med"/>
                    </a:lnL>
                    <a:lnR w="9525" cap="flat" cmpd="sng" algn="ctr">
                      <a:solidFill>
                        <a:srgbClr val="BBBFCB"/>
                      </a:solidFill>
                      <a:prstDash val="solid"/>
                      <a:round/>
                      <a:headEnd type="none" w="med" len="med"/>
                      <a:tailEnd type="none" w="med" len="med"/>
                    </a:lnR>
                    <a:lnT w="9525" cap="flat" cmpd="sng" algn="ctr">
                      <a:solidFill>
                        <a:srgbClr val="BBBFCB"/>
                      </a:solidFill>
                      <a:prstDash val="solid"/>
                      <a:round/>
                      <a:headEnd type="none" w="med" len="med"/>
                      <a:tailEnd type="none" w="med" len="med"/>
                    </a:lnT>
                    <a:lnB w="9525" cap="flat" cmpd="sng" algn="ctr">
                      <a:solidFill>
                        <a:srgbClr val="BBBFCB"/>
                      </a:solidFill>
                      <a:prstDash val="solid"/>
                      <a:round/>
                      <a:headEnd type="none" w="med" len="med"/>
                      <a:tailEnd type="none" w="med" len="med"/>
                    </a:lnB>
                    <a:solidFill>
                      <a:srgbClr val="FFFFFF"/>
                    </a:solidFill>
                  </a:tcPr>
                </a:tc>
                <a:tc>
                  <a:txBody>
                    <a:bodyPr/>
                    <a:lstStyle/>
                    <a:p>
                      <a:pPr marL="0" indent="0">
                        <a:buNone/>
                      </a:pPr>
                      <a:r>
                        <a:rPr lang="en-US" sz="1500">
                          <a:solidFill>
                            <a:srgbClr val="1D2951"/>
                          </a:solidFill>
                          <a:latin typeface="IBM Plex Mono" pitchFamily="34" charset="0"/>
                          <a:ea typeface="IBM Plex Mono" pitchFamily="34" charset="-122"/>
                          <a:cs typeface="IBM Plex Mono" pitchFamily="34" charset="-120"/>
                        </a:rPr>
                        <a:t>192.168.50.0/24</a:t>
                      </a:r>
                      <a:endParaRPr lang="en-US" sz="1500">
                        <a:latin typeface="IBM Plex Mono" charset="0"/>
                        <a:ea typeface="IBM Plex Mono" charset="0"/>
                        <a:cs typeface="IBM Plex Mono" charset="0"/>
                      </a:endParaRPr>
                    </a:p>
                  </a:txBody>
                  <a:tcPr marL="109728" marR="109728" marT="36576" marB="36576" anchor="ctr">
                    <a:lnL w="9525" cap="flat" cmpd="sng" algn="ctr">
                      <a:solidFill>
                        <a:srgbClr val="BBBFCB"/>
                      </a:solidFill>
                      <a:prstDash val="solid"/>
                      <a:round/>
                      <a:headEnd type="none" w="med" len="med"/>
                      <a:tailEnd type="none" w="med" len="med"/>
                    </a:lnL>
                    <a:lnR w="9525" cap="flat" cmpd="sng" algn="ctr">
                      <a:solidFill>
                        <a:srgbClr val="BBBFCB"/>
                      </a:solidFill>
                      <a:prstDash val="solid"/>
                      <a:round/>
                      <a:headEnd type="none" w="med" len="med"/>
                      <a:tailEnd type="none" w="med" len="med"/>
                    </a:lnR>
                    <a:lnT w="9525" cap="flat" cmpd="sng" algn="ctr">
                      <a:solidFill>
                        <a:srgbClr val="BBBFCB"/>
                      </a:solidFill>
                      <a:prstDash val="solid"/>
                      <a:round/>
                      <a:headEnd type="none" w="med" len="med"/>
                      <a:tailEnd type="none" w="med" len="med"/>
                    </a:lnT>
                    <a:lnB w="9525" cap="flat" cmpd="sng" algn="ctr">
                      <a:solidFill>
                        <a:srgbClr val="BBBFCB"/>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02336">
                <a:tc>
                  <a:txBody>
                    <a:bodyPr/>
                    <a:lstStyle/>
                    <a:p>
                      <a:pPr marL="0" indent="0" algn="ctr">
                        <a:buNone/>
                      </a:pPr>
                      <a:r>
                        <a:rPr lang="en-US" sz="1500" b="1">
                          <a:solidFill>
                            <a:srgbClr val="F57574"/>
                          </a:solidFill>
                          <a:latin typeface="IBM Plex Sans" pitchFamily="34" charset="0"/>
                          <a:ea typeface="IBM Plex Sans" pitchFamily="34" charset="-122"/>
                          <a:cs typeface="IBM Plex Sans" pitchFamily="34" charset="-120"/>
                        </a:rPr>
                        <a:t>60</a:t>
                      </a:r>
                      <a:endParaRPr lang="en-US" sz="1500">
                        <a:latin typeface="IBM Plex Sans" charset="0"/>
                        <a:ea typeface="IBM Plex Sans" charset="0"/>
                        <a:cs typeface="IBM Plex Sans" charset="0"/>
                      </a:endParaRPr>
                    </a:p>
                  </a:txBody>
                  <a:tcPr marL="109728" marR="109728" marT="36576" marB="36576" anchor="ctr">
                    <a:lnL w="9525" cap="flat" cmpd="sng" algn="ctr">
                      <a:solidFill>
                        <a:srgbClr val="BBBFCB"/>
                      </a:solidFill>
                      <a:prstDash val="solid"/>
                      <a:round/>
                      <a:headEnd type="none" w="med" len="med"/>
                      <a:tailEnd type="none" w="med" len="med"/>
                    </a:lnL>
                    <a:lnR w="9525" cap="flat" cmpd="sng" algn="ctr">
                      <a:solidFill>
                        <a:srgbClr val="BBBFCB"/>
                      </a:solidFill>
                      <a:prstDash val="solid"/>
                      <a:round/>
                      <a:headEnd type="none" w="med" len="med"/>
                      <a:tailEnd type="none" w="med" len="med"/>
                    </a:lnR>
                    <a:lnT w="9525" cap="flat" cmpd="sng" algn="ctr">
                      <a:solidFill>
                        <a:srgbClr val="BBBFCB"/>
                      </a:solidFill>
                      <a:prstDash val="solid"/>
                      <a:round/>
                      <a:headEnd type="none" w="med" len="med"/>
                      <a:tailEnd type="none" w="med" len="med"/>
                    </a:lnT>
                    <a:lnB w="9525" cap="flat" cmpd="sng" algn="ctr">
                      <a:solidFill>
                        <a:srgbClr val="BBBFCB"/>
                      </a:solidFill>
                      <a:prstDash val="solid"/>
                      <a:round/>
                      <a:headEnd type="none" w="med" len="med"/>
                      <a:tailEnd type="none" w="med" len="med"/>
                    </a:lnB>
                    <a:solidFill>
                      <a:srgbClr val="FFFFFF"/>
                    </a:solidFill>
                  </a:tcPr>
                </a:tc>
                <a:tc>
                  <a:txBody>
                    <a:bodyPr/>
                    <a:lstStyle/>
                    <a:p>
                      <a:pPr marL="0" indent="0">
                        <a:buNone/>
                      </a:pPr>
                      <a:r>
                        <a:rPr lang="en-US" sz="1500">
                          <a:solidFill>
                            <a:srgbClr val="1D2951"/>
                          </a:solidFill>
                          <a:latin typeface="IBM Plex Sans" pitchFamily="34" charset="0"/>
                          <a:ea typeface="IBM Plex Sans" pitchFamily="34" charset="-122"/>
                          <a:cs typeface="IBM Plex Sans" pitchFamily="34" charset="-120"/>
                        </a:rPr>
                        <a:t>Guest Wi-Fi</a:t>
                      </a:r>
                      <a:endParaRPr lang="en-US" sz="1500">
                        <a:latin typeface="IBM Plex Sans" charset="0"/>
                        <a:ea typeface="IBM Plex Sans" charset="0"/>
                        <a:cs typeface="IBM Plex Sans" charset="0"/>
                      </a:endParaRPr>
                    </a:p>
                  </a:txBody>
                  <a:tcPr marL="109728" marR="109728" marT="36576" marB="36576" anchor="ctr">
                    <a:lnL w="9525" cap="flat" cmpd="sng" algn="ctr">
                      <a:solidFill>
                        <a:srgbClr val="BBBFCB"/>
                      </a:solidFill>
                      <a:prstDash val="solid"/>
                      <a:round/>
                      <a:headEnd type="none" w="med" len="med"/>
                      <a:tailEnd type="none" w="med" len="med"/>
                    </a:lnL>
                    <a:lnR w="9525" cap="flat" cmpd="sng" algn="ctr">
                      <a:solidFill>
                        <a:srgbClr val="BBBFCB"/>
                      </a:solidFill>
                      <a:prstDash val="solid"/>
                      <a:round/>
                      <a:headEnd type="none" w="med" len="med"/>
                      <a:tailEnd type="none" w="med" len="med"/>
                    </a:lnR>
                    <a:lnT w="9525" cap="flat" cmpd="sng" algn="ctr">
                      <a:solidFill>
                        <a:srgbClr val="BBBFCB"/>
                      </a:solidFill>
                      <a:prstDash val="solid"/>
                      <a:round/>
                      <a:headEnd type="none" w="med" len="med"/>
                      <a:tailEnd type="none" w="med" len="med"/>
                    </a:lnT>
                    <a:lnB w="9525" cap="flat" cmpd="sng" algn="ctr">
                      <a:solidFill>
                        <a:srgbClr val="BBBFCB"/>
                      </a:solidFill>
                      <a:prstDash val="solid"/>
                      <a:round/>
                      <a:headEnd type="none" w="med" len="med"/>
                      <a:tailEnd type="none" w="med" len="med"/>
                    </a:lnB>
                    <a:solidFill>
                      <a:srgbClr val="FFFFFF"/>
                    </a:solidFill>
                  </a:tcPr>
                </a:tc>
                <a:tc>
                  <a:txBody>
                    <a:bodyPr/>
                    <a:lstStyle/>
                    <a:p>
                      <a:pPr marL="0" indent="0">
                        <a:buNone/>
                      </a:pPr>
                      <a:r>
                        <a:rPr lang="en-US" sz="1500">
                          <a:solidFill>
                            <a:srgbClr val="1D2951"/>
                          </a:solidFill>
                          <a:latin typeface="IBM Plex Mono" pitchFamily="34" charset="0"/>
                          <a:ea typeface="IBM Plex Mono" pitchFamily="34" charset="-122"/>
                          <a:cs typeface="IBM Plex Mono" pitchFamily="34" charset="-120"/>
                        </a:rPr>
                        <a:t>192.168.60.0/24</a:t>
                      </a:r>
                      <a:endParaRPr lang="en-US" sz="1500">
                        <a:latin typeface="IBM Plex Mono" charset="0"/>
                        <a:ea typeface="IBM Plex Mono" charset="0"/>
                        <a:cs typeface="IBM Plex Mono" charset="0"/>
                      </a:endParaRPr>
                    </a:p>
                  </a:txBody>
                  <a:tcPr marL="109728" marR="109728" marT="36576" marB="36576" anchor="ctr">
                    <a:lnL w="9525" cap="flat" cmpd="sng" algn="ctr">
                      <a:solidFill>
                        <a:srgbClr val="BBBFCB"/>
                      </a:solidFill>
                      <a:prstDash val="solid"/>
                      <a:round/>
                      <a:headEnd type="none" w="med" len="med"/>
                      <a:tailEnd type="none" w="med" len="med"/>
                    </a:lnL>
                    <a:lnR w="9525" cap="flat" cmpd="sng" algn="ctr">
                      <a:solidFill>
                        <a:srgbClr val="BBBFCB"/>
                      </a:solidFill>
                      <a:prstDash val="solid"/>
                      <a:round/>
                      <a:headEnd type="none" w="med" len="med"/>
                      <a:tailEnd type="none" w="med" len="med"/>
                    </a:lnR>
                    <a:lnT w="9525" cap="flat" cmpd="sng" algn="ctr">
                      <a:solidFill>
                        <a:srgbClr val="BBBFCB"/>
                      </a:solidFill>
                      <a:prstDash val="solid"/>
                      <a:round/>
                      <a:headEnd type="none" w="med" len="med"/>
                      <a:tailEnd type="none" w="med" len="med"/>
                    </a:lnT>
                    <a:lnB w="9525" cap="flat" cmpd="sng" algn="ctr">
                      <a:solidFill>
                        <a:srgbClr val="BBBFCB"/>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6" name="np0"/>
          <p:cNvSpPr/>
          <p:nvPr/>
        </p:nvSpPr>
        <p:spPr>
          <a:xfrm>
            <a:off x="6080760" y="4297680"/>
            <a:ext cx="5532120" cy="530352"/>
          </a:xfrm>
          <a:prstGeom prst="roundRect">
            <a:avLst>
              <a:gd name="adj" fmla="val 13793"/>
            </a:avLst>
          </a:prstGeom>
          <a:solidFill>
            <a:srgbClr val="FFFFFF"/>
          </a:solidFill>
          <a:ln w="9525">
            <a:solidFill>
              <a:srgbClr val="BBBFCB"/>
            </a:solidFill>
            <a:prstDash val="solid"/>
          </a:ln>
        </p:spPr>
      </p:sp>
      <p:sp>
        <p:nvSpPr>
          <p:cNvPr id="7" name="Text 3"/>
          <p:cNvSpPr txBox="1"/>
          <p:nvPr/>
        </p:nvSpPr>
        <p:spPr>
          <a:xfrm>
            <a:off x="6355080" y="4297680"/>
            <a:ext cx="5120640" cy="530352"/>
          </a:xfrm>
          <a:prstGeom prst="rect">
            <a:avLst/>
          </a:prstGeom>
          <a:noFill/>
          <a:ln/>
        </p:spPr>
        <p:txBody>
          <a:bodyPr wrap="square" lIns="0" tIns="0" rIns="0" bIns="0" rtlCol="0" anchor="ctr"/>
          <a:lstStyle/>
          <a:p>
            <a:pPr marL="0" indent="0">
              <a:buNone/>
            </a:pPr>
            <a:r>
              <a:rPr lang="en-US" sz="1700" b="1">
                <a:solidFill>
                  <a:srgbClr val="1D2951"/>
                </a:solidFill>
                <a:latin typeface="IBM Plex Sans" pitchFamily="34" charset="0"/>
                <a:ea typeface="IBM Plex Sans" pitchFamily="34" charset="-122"/>
                <a:cs typeface="IBM Plex Sans" pitchFamily="34" charset="-120"/>
              </a:rPr>
              <a:t>Static IPs + DHCP</a:t>
            </a:r>
            <a:endParaRPr lang="en-US" sz="1700"/>
          </a:p>
        </p:txBody>
      </p:sp>
      <p:sp>
        <p:nvSpPr>
          <p:cNvPr id="8" name="np1"/>
          <p:cNvSpPr/>
          <p:nvPr/>
        </p:nvSpPr>
        <p:spPr>
          <a:xfrm>
            <a:off x="6080760" y="4937760"/>
            <a:ext cx="5532120" cy="530352"/>
          </a:xfrm>
          <a:prstGeom prst="roundRect">
            <a:avLst>
              <a:gd name="adj" fmla="val 13793"/>
            </a:avLst>
          </a:prstGeom>
          <a:solidFill>
            <a:srgbClr val="FFFFFF"/>
          </a:solidFill>
          <a:ln w="9525">
            <a:solidFill>
              <a:srgbClr val="BBBFCB"/>
            </a:solidFill>
            <a:prstDash val="solid"/>
          </a:ln>
        </p:spPr>
      </p:sp>
      <p:sp>
        <p:nvSpPr>
          <p:cNvPr id="9" name="Text 5"/>
          <p:cNvSpPr txBox="1"/>
          <p:nvPr/>
        </p:nvSpPr>
        <p:spPr>
          <a:xfrm>
            <a:off x="6355080" y="4937760"/>
            <a:ext cx="5120640" cy="530352"/>
          </a:xfrm>
          <a:prstGeom prst="rect">
            <a:avLst/>
          </a:prstGeom>
          <a:noFill/>
          <a:ln/>
        </p:spPr>
        <p:txBody>
          <a:bodyPr wrap="square" lIns="0" tIns="0" rIns="0" bIns="0" rtlCol="0" anchor="ctr"/>
          <a:lstStyle/>
          <a:p>
            <a:pPr marL="0" indent="0">
              <a:buNone/>
            </a:pPr>
            <a:r>
              <a:rPr lang="en-US" sz="1700" b="1">
                <a:solidFill>
                  <a:srgbClr val="1D2951"/>
                </a:solidFill>
                <a:latin typeface="IBM Plex Sans" pitchFamily="34" charset="0"/>
                <a:ea typeface="IBM Plex Sans" pitchFamily="34" charset="-122"/>
                <a:cs typeface="IBM Plex Sans" pitchFamily="34" charset="-120"/>
              </a:rPr>
              <a:t>Firewall between VLANs</a:t>
            </a:r>
            <a:endParaRPr lang="en-US" sz="1700"/>
          </a:p>
        </p:txBody>
      </p:sp>
      <p:sp>
        <p:nvSpPr>
          <p:cNvPr id="10" name="np2"/>
          <p:cNvSpPr/>
          <p:nvPr/>
        </p:nvSpPr>
        <p:spPr>
          <a:xfrm>
            <a:off x="6080760" y="5577840"/>
            <a:ext cx="5532120" cy="530352"/>
          </a:xfrm>
          <a:prstGeom prst="roundRect">
            <a:avLst>
              <a:gd name="adj" fmla="val 13793"/>
            </a:avLst>
          </a:prstGeom>
          <a:solidFill>
            <a:srgbClr val="FFFFFF"/>
          </a:solidFill>
          <a:ln w="9525">
            <a:solidFill>
              <a:srgbClr val="BBBFCB"/>
            </a:solidFill>
            <a:prstDash val="solid"/>
          </a:ln>
        </p:spPr>
      </p:sp>
      <p:sp>
        <p:nvSpPr>
          <p:cNvPr id="11" name="Text 7"/>
          <p:cNvSpPr txBox="1"/>
          <p:nvPr/>
        </p:nvSpPr>
        <p:spPr>
          <a:xfrm>
            <a:off x="6355080" y="5577840"/>
            <a:ext cx="5120640" cy="530352"/>
          </a:xfrm>
          <a:prstGeom prst="rect">
            <a:avLst/>
          </a:prstGeom>
          <a:noFill/>
          <a:ln/>
        </p:spPr>
        <p:txBody>
          <a:bodyPr wrap="square" lIns="0" tIns="0" rIns="0" bIns="0" rtlCol="0" anchor="ctr"/>
          <a:lstStyle/>
          <a:p>
            <a:pPr marL="0" indent="0">
              <a:buNone/>
            </a:pPr>
            <a:r>
              <a:rPr lang="en-US" sz="1700" b="1">
                <a:solidFill>
                  <a:srgbClr val="1D2951"/>
                </a:solidFill>
                <a:latin typeface="IBM Plex Sans" pitchFamily="34" charset="0"/>
                <a:ea typeface="IBM Plex Sans" pitchFamily="34" charset="-122"/>
                <a:cs typeface="IBM Plex Sans" pitchFamily="34" charset="-120"/>
              </a:rPr>
              <a:t>Guest Wi-Fi isolated · WPA3</a:t>
            </a:r>
            <a:endParaRPr lang="en-US" sz="170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4A5474"/>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64240" cy="685800"/>
          </a:xfrm>
          <a:prstGeom prst="rect">
            <a:avLst/>
          </a:prstGeom>
          <a:noFill/>
          <a:ln/>
        </p:spPr>
        <p:txBody>
          <a:bodyPr wrap="square" lIns="0" tIns="0" rIns="0" bIns="0" rtlCol="0" anchor="t"/>
          <a:lstStyle/>
          <a:p>
            <a:pPr marL="0" indent="0" algn="l">
              <a:buNone/>
            </a:pPr>
            <a:r>
              <a:rPr lang="en-US" sz="3400" b="1">
                <a:solidFill>
                  <a:schemeClr val="tx1"/>
                </a:solidFill>
                <a:latin typeface="Space Grotesk" pitchFamily="34" charset="0"/>
                <a:ea typeface="Space Grotesk" pitchFamily="34" charset="-122"/>
                <a:cs typeface="Space Grotesk" pitchFamily="34" charset="-120"/>
              </a:rPr>
              <a:t>User and permissions setup</a:t>
            </a:r>
            <a:endParaRPr lang="en-US" sz="340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3291840"/>
        </p:xfrm>
        <a:graphic>
          <a:graphicData uri="http://schemas.openxmlformats.org/drawingml/2006/table">
            <a:tbl>
              <a:tblPr/>
              <a:tblGrid>
                <a:gridCol w="3291840">
                  <a:extLst>
                    <a:ext uri="{9D8B030D-6E8A-4147-A177-3AD203B41FA5}">
                      <a16:colId xmlns:a16="http://schemas.microsoft.com/office/drawing/2014/main" val="20000"/>
                    </a:ext>
                  </a:extLst>
                </a:gridCol>
                <a:gridCol w="3383280">
                  <a:extLst>
                    <a:ext uri="{9D8B030D-6E8A-4147-A177-3AD203B41FA5}">
                      <a16:colId xmlns:a16="http://schemas.microsoft.com/office/drawing/2014/main" val="20001"/>
                    </a:ext>
                  </a:extLst>
                </a:gridCol>
                <a:gridCol w="4389120">
                  <a:extLst>
                    <a:ext uri="{9D8B030D-6E8A-4147-A177-3AD203B41FA5}">
                      <a16:colId xmlns:a16="http://schemas.microsoft.com/office/drawing/2014/main" val="20002"/>
                    </a:ext>
                  </a:extLst>
                </a:gridCol>
              </a:tblGrid>
              <a:tr h="548640">
                <a:tc>
                  <a:txBody>
                    <a:bodyPr/>
                    <a:lstStyle/>
                    <a:p>
                      <a:pPr marL="0" indent="0">
                        <a:buNone/>
                      </a:pPr>
                      <a:r>
                        <a:rPr lang="en-US" sz="1800" b="1">
                          <a:solidFill>
                            <a:srgbClr val="FFFFFF"/>
                          </a:solidFill>
                          <a:latin typeface="IBM Plex Sans" pitchFamily="34" charset="0"/>
                          <a:ea typeface="IBM Plex Sans" pitchFamily="34" charset="-122"/>
                          <a:cs typeface="IBM Plex Sans" pitchFamily="34" charset="-120"/>
                        </a:rPr>
                        <a:t>Department</a:t>
                      </a:r>
                      <a:endParaRPr lang="en-US" sz="1800">
                        <a:latin typeface="IBM Plex Sans" charset="0"/>
                        <a:ea typeface="IBM Plex Sans" charset="0"/>
                        <a:cs typeface="IBM Plex Sans" charset="0"/>
                      </a:endParaRPr>
                    </a:p>
                  </a:txBody>
                  <a:tcPr marL="109728" marR="109728" marT="36576" marB="36576" anchor="ctr">
                    <a:lnL w="9525" cap="flat" cmpd="sng" algn="ctr">
                      <a:solidFill>
                        <a:srgbClr val="BBBFCB"/>
                      </a:solidFill>
                      <a:prstDash val="solid"/>
                      <a:round/>
                      <a:headEnd type="none" w="med" len="med"/>
                      <a:tailEnd type="none" w="med" len="med"/>
                    </a:lnL>
                    <a:lnR w="9525" cap="flat" cmpd="sng" algn="ctr">
                      <a:solidFill>
                        <a:srgbClr val="BBBFCB"/>
                      </a:solidFill>
                      <a:prstDash val="solid"/>
                      <a:round/>
                      <a:headEnd type="none" w="med" len="med"/>
                      <a:tailEnd type="none" w="med" len="med"/>
                    </a:lnR>
                    <a:lnT w="9525" cap="flat" cmpd="sng" algn="ctr">
                      <a:solidFill>
                        <a:srgbClr val="BBBFCB"/>
                      </a:solidFill>
                      <a:prstDash val="solid"/>
                      <a:round/>
                      <a:headEnd type="none" w="med" len="med"/>
                      <a:tailEnd type="none" w="med" len="med"/>
                    </a:lnT>
                    <a:lnB w="9525" cap="flat" cmpd="sng" algn="ctr">
                      <a:solidFill>
                        <a:srgbClr val="BBBFCB"/>
                      </a:solidFill>
                      <a:prstDash val="solid"/>
                      <a:round/>
                      <a:headEnd type="none" w="med" len="med"/>
                      <a:tailEnd type="none" w="med" len="med"/>
                    </a:lnB>
                    <a:solidFill>
                      <a:srgbClr val="1D2951"/>
                    </a:solidFill>
                  </a:tcPr>
                </a:tc>
                <a:tc>
                  <a:txBody>
                    <a:bodyPr/>
                    <a:lstStyle/>
                    <a:p>
                      <a:pPr marL="0" indent="0">
                        <a:buNone/>
                      </a:pPr>
                      <a:r>
                        <a:rPr lang="en-US" sz="1800" b="1">
                          <a:solidFill>
                            <a:srgbClr val="FFFFFF"/>
                          </a:solidFill>
                          <a:latin typeface="IBM Plex Sans" pitchFamily="34" charset="0"/>
                          <a:ea typeface="IBM Plex Sans" pitchFamily="34" charset="-122"/>
                          <a:cs typeface="IBM Plex Sans" pitchFamily="34" charset="-120"/>
                        </a:rPr>
                        <a:t>Group</a:t>
                      </a:r>
                      <a:endParaRPr lang="en-US" sz="1800">
                        <a:latin typeface="IBM Plex Sans" charset="0"/>
                        <a:ea typeface="IBM Plex Sans" charset="0"/>
                        <a:cs typeface="IBM Plex Sans" charset="0"/>
                      </a:endParaRPr>
                    </a:p>
                  </a:txBody>
                  <a:tcPr marL="109728" marR="109728" marT="36576" marB="36576" anchor="ctr">
                    <a:lnL w="9525" cap="flat" cmpd="sng" algn="ctr">
                      <a:solidFill>
                        <a:srgbClr val="BBBFCB"/>
                      </a:solidFill>
                      <a:prstDash val="solid"/>
                      <a:round/>
                      <a:headEnd type="none" w="med" len="med"/>
                      <a:tailEnd type="none" w="med" len="med"/>
                    </a:lnL>
                    <a:lnR w="9525" cap="flat" cmpd="sng" algn="ctr">
                      <a:solidFill>
                        <a:srgbClr val="BBBFCB"/>
                      </a:solidFill>
                      <a:prstDash val="solid"/>
                      <a:round/>
                      <a:headEnd type="none" w="med" len="med"/>
                      <a:tailEnd type="none" w="med" len="med"/>
                    </a:lnR>
                    <a:lnT w="9525" cap="flat" cmpd="sng" algn="ctr">
                      <a:solidFill>
                        <a:srgbClr val="BBBFCB"/>
                      </a:solidFill>
                      <a:prstDash val="solid"/>
                      <a:round/>
                      <a:headEnd type="none" w="med" len="med"/>
                      <a:tailEnd type="none" w="med" len="med"/>
                    </a:lnT>
                    <a:lnB w="9525" cap="flat" cmpd="sng" algn="ctr">
                      <a:solidFill>
                        <a:srgbClr val="BBBFCB"/>
                      </a:solidFill>
                      <a:prstDash val="solid"/>
                      <a:round/>
                      <a:headEnd type="none" w="med" len="med"/>
                      <a:tailEnd type="none" w="med" len="med"/>
                    </a:lnB>
                    <a:solidFill>
                      <a:srgbClr val="1D2951"/>
                    </a:solidFill>
                  </a:tcPr>
                </a:tc>
                <a:tc>
                  <a:txBody>
                    <a:bodyPr/>
                    <a:lstStyle/>
                    <a:p>
                      <a:pPr marL="0" indent="0">
                        <a:buNone/>
                      </a:pPr>
                      <a:r>
                        <a:rPr lang="en-US" sz="1800" b="1">
                          <a:solidFill>
                            <a:srgbClr val="FFFFFF"/>
                          </a:solidFill>
                          <a:latin typeface="IBM Plex Sans" pitchFamily="34" charset="0"/>
                          <a:ea typeface="IBM Plex Sans" pitchFamily="34" charset="-122"/>
                          <a:cs typeface="IBM Plex Sans" pitchFamily="34" charset="-120"/>
                        </a:rPr>
                        <a:t>Access</a:t>
                      </a:r>
                      <a:endParaRPr lang="en-US" sz="1800">
                        <a:latin typeface="IBM Plex Sans" charset="0"/>
                        <a:ea typeface="IBM Plex Sans" charset="0"/>
                        <a:cs typeface="IBM Plex Sans" charset="0"/>
                      </a:endParaRPr>
                    </a:p>
                  </a:txBody>
                  <a:tcPr marL="109728" marR="109728" marT="36576" marB="36576" anchor="ctr">
                    <a:lnL w="9525" cap="flat" cmpd="sng" algn="ctr">
                      <a:solidFill>
                        <a:srgbClr val="BBBFCB"/>
                      </a:solidFill>
                      <a:prstDash val="solid"/>
                      <a:round/>
                      <a:headEnd type="none" w="med" len="med"/>
                      <a:tailEnd type="none" w="med" len="med"/>
                    </a:lnL>
                    <a:lnR w="9525" cap="flat" cmpd="sng" algn="ctr">
                      <a:solidFill>
                        <a:srgbClr val="BBBFCB"/>
                      </a:solidFill>
                      <a:prstDash val="solid"/>
                      <a:round/>
                      <a:headEnd type="none" w="med" len="med"/>
                      <a:tailEnd type="none" w="med" len="med"/>
                    </a:lnR>
                    <a:lnT w="9525" cap="flat" cmpd="sng" algn="ctr">
                      <a:solidFill>
                        <a:srgbClr val="BBBFCB"/>
                      </a:solidFill>
                      <a:prstDash val="solid"/>
                      <a:round/>
                      <a:headEnd type="none" w="med" len="med"/>
                      <a:tailEnd type="none" w="med" len="med"/>
                    </a:lnT>
                    <a:lnB w="9525" cap="flat" cmpd="sng" algn="ctr">
                      <a:solidFill>
                        <a:srgbClr val="BBBFCB"/>
                      </a:solidFill>
                      <a:prstDash val="solid"/>
                      <a:round/>
                      <a:headEnd type="none" w="med" len="med"/>
                      <a:tailEnd type="none" w="med" len="med"/>
                    </a:lnB>
                    <a:solidFill>
                      <a:srgbClr val="1D2951"/>
                    </a:solidFill>
                  </a:tcPr>
                </a:tc>
                <a:extLst>
                  <a:ext uri="{0D108BD9-81ED-4DB2-BD59-A6C34878D82A}">
                    <a16:rowId xmlns:a16="http://schemas.microsoft.com/office/drawing/2014/main" val="10000"/>
                  </a:ext>
                </a:extLst>
              </a:tr>
              <a:tr h="548640">
                <a:tc>
                  <a:txBody>
                    <a:bodyPr/>
                    <a:lstStyle/>
                    <a:p>
                      <a:pPr marL="0" indent="0">
                        <a:buNone/>
                      </a:pPr>
                      <a:r>
                        <a:rPr lang="en-US" sz="1800" b="1">
                          <a:solidFill>
                            <a:srgbClr val="1D2951"/>
                          </a:solidFill>
                          <a:latin typeface="IBM Plex Sans" pitchFamily="34" charset="0"/>
                          <a:ea typeface="IBM Plex Sans" pitchFamily="34" charset="-122"/>
                          <a:cs typeface="IBM Plex Sans" pitchFamily="34" charset="-120"/>
                        </a:rPr>
                        <a:t>Management</a:t>
                      </a:r>
                      <a:endParaRPr lang="en-US" sz="1800">
                        <a:latin typeface="IBM Plex Sans" charset="0"/>
                        <a:ea typeface="IBM Plex Sans" charset="0"/>
                        <a:cs typeface="IBM Plex Sans" charset="0"/>
                      </a:endParaRPr>
                    </a:p>
                  </a:txBody>
                  <a:tcPr marL="109728" marR="109728" marT="36576" marB="36576" anchor="ctr">
                    <a:lnL w="9525" cap="flat" cmpd="sng" algn="ctr">
                      <a:solidFill>
                        <a:srgbClr val="BBBFCB"/>
                      </a:solidFill>
                      <a:prstDash val="solid"/>
                      <a:round/>
                      <a:headEnd type="none" w="med" len="med"/>
                      <a:tailEnd type="none" w="med" len="med"/>
                    </a:lnL>
                    <a:lnR w="9525" cap="flat" cmpd="sng" algn="ctr">
                      <a:solidFill>
                        <a:srgbClr val="BBBFCB"/>
                      </a:solidFill>
                      <a:prstDash val="solid"/>
                      <a:round/>
                      <a:headEnd type="none" w="med" len="med"/>
                      <a:tailEnd type="none" w="med" len="med"/>
                    </a:lnR>
                    <a:lnT w="9525" cap="flat" cmpd="sng" algn="ctr">
                      <a:solidFill>
                        <a:srgbClr val="BBBFCB"/>
                      </a:solidFill>
                      <a:prstDash val="solid"/>
                      <a:round/>
                      <a:headEnd type="none" w="med" len="med"/>
                      <a:tailEnd type="none" w="med" len="med"/>
                    </a:lnT>
                    <a:lnB w="9525" cap="flat" cmpd="sng" algn="ctr">
                      <a:solidFill>
                        <a:srgbClr val="BBBFCB"/>
                      </a:solidFill>
                      <a:prstDash val="solid"/>
                      <a:round/>
                      <a:headEnd type="none" w="med" len="med"/>
                      <a:tailEnd type="none" w="med" len="med"/>
                    </a:lnB>
                    <a:solidFill>
                      <a:srgbClr val="FFFFFF"/>
                    </a:solidFill>
                  </a:tcPr>
                </a:tc>
                <a:tc>
                  <a:txBody>
                    <a:bodyPr/>
                    <a:lstStyle/>
                    <a:p>
                      <a:pPr marL="0" indent="0">
                        <a:buNone/>
                      </a:pPr>
                      <a:r>
                        <a:rPr lang="en-US" sz="1800">
                          <a:solidFill>
                            <a:srgbClr val="F57574"/>
                          </a:solidFill>
                          <a:latin typeface="IBM Plex Mono" pitchFamily="34" charset="0"/>
                          <a:ea typeface="IBM Plex Mono" pitchFamily="34" charset="-122"/>
                          <a:cs typeface="IBM Plex Mono" pitchFamily="34" charset="-120"/>
                        </a:rPr>
                        <a:t>mgmt_grp</a:t>
                      </a:r>
                      <a:endParaRPr lang="en-US" sz="1800">
                        <a:latin typeface="IBM Plex Mono" charset="0"/>
                        <a:ea typeface="IBM Plex Mono" charset="0"/>
                        <a:cs typeface="IBM Plex Mono" charset="0"/>
                      </a:endParaRPr>
                    </a:p>
                  </a:txBody>
                  <a:tcPr marL="109728" marR="109728" marT="36576" marB="36576" anchor="ctr">
                    <a:lnL w="9525" cap="flat" cmpd="sng" algn="ctr">
                      <a:solidFill>
                        <a:srgbClr val="BBBFCB"/>
                      </a:solidFill>
                      <a:prstDash val="solid"/>
                      <a:round/>
                      <a:headEnd type="none" w="med" len="med"/>
                      <a:tailEnd type="none" w="med" len="med"/>
                    </a:lnL>
                    <a:lnR w="9525" cap="flat" cmpd="sng" algn="ctr">
                      <a:solidFill>
                        <a:srgbClr val="BBBFCB"/>
                      </a:solidFill>
                      <a:prstDash val="solid"/>
                      <a:round/>
                      <a:headEnd type="none" w="med" len="med"/>
                      <a:tailEnd type="none" w="med" len="med"/>
                    </a:lnR>
                    <a:lnT w="9525" cap="flat" cmpd="sng" algn="ctr">
                      <a:solidFill>
                        <a:srgbClr val="BBBFCB"/>
                      </a:solidFill>
                      <a:prstDash val="solid"/>
                      <a:round/>
                      <a:headEnd type="none" w="med" len="med"/>
                      <a:tailEnd type="none" w="med" len="med"/>
                    </a:lnT>
                    <a:lnB w="9525" cap="flat" cmpd="sng" algn="ctr">
                      <a:solidFill>
                        <a:srgbClr val="BBBFCB"/>
                      </a:solidFill>
                      <a:prstDash val="solid"/>
                      <a:round/>
                      <a:headEnd type="none" w="med" len="med"/>
                      <a:tailEnd type="none" w="med" len="med"/>
                    </a:lnB>
                    <a:solidFill>
                      <a:srgbClr val="FFFFFF"/>
                    </a:solidFill>
                  </a:tcPr>
                </a:tc>
                <a:tc>
                  <a:txBody>
                    <a:bodyPr/>
                    <a:lstStyle/>
                    <a:p>
                      <a:pPr marL="0" indent="0">
                        <a:buNone/>
                      </a:pPr>
                      <a:r>
                        <a:rPr lang="en-US" sz="1800">
                          <a:solidFill>
                            <a:srgbClr val="1D2951"/>
                          </a:solidFill>
                          <a:latin typeface="IBM Plex Sans" pitchFamily="34" charset="0"/>
                          <a:ea typeface="IBM Plex Sans" pitchFamily="34" charset="-122"/>
                          <a:cs typeface="IBM Plex Sans" pitchFamily="34" charset="-120"/>
                        </a:rPr>
                        <a:t>Full access</a:t>
                      </a:r>
                      <a:endParaRPr lang="en-US" sz="1800">
                        <a:latin typeface="IBM Plex Sans" charset="0"/>
                        <a:ea typeface="IBM Plex Sans" charset="0"/>
                        <a:cs typeface="IBM Plex Sans" charset="0"/>
                      </a:endParaRPr>
                    </a:p>
                  </a:txBody>
                  <a:tcPr marL="109728" marR="109728" marT="36576" marB="36576" anchor="ctr">
                    <a:lnL w="9525" cap="flat" cmpd="sng" algn="ctr">
                      <a:solidFill>
                        <a:srgbClr val="BBBFCB"/>
                      </a:solidFill>
                      <a:prstDash val="solid"/>
                      <a:round/>
                      <a:headEnd type="none" w="med" len="med"/>
                      <a:tailEnd type="none" w="med" len="med"/>
                    </a:lnL>
                    <a:lnR w="9525" cap="flat" cmpd="sng" algn="ctr">
                      <a:solidFill>
                        <a:srgbClr val="BBBFCB"/>
                      </a:solidFill>
                      <a:prstDash val="solid"/>
                      <a:round/>
                      <a:headEnd type="none" w="med" len="med"/>
                      <a:tailEnd type="none" w="med" len="med"/>
                    </a:lnR>
                    <a:lnT w="9525" cap="flat" cmpd="sng" algn="ctr">
                      <a:solidFill>
                        <a:srgbClr val="BBBFCB"/>
                      </a:solidFill>
                      <a:prstDash val="solid"/>
                      <a:round/>
                      <a:headEnd type="none" w="med" len="med"/>
                      <a:tailEnd type="none" w="med" len="med"/>
                    </a:lnT>
                    <a:lnB w="9525" cap="flat" cmpd="sng" algn="ctr">
                      <a:solidFill>
                        <a:srgbClr val="BBBFC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48640">
                <a:tc>
                  <a:txBody>
                    <a:bodyPr/>
                    <a:lstStyle/>
                    <a:p>
                      <a:pPr marL="0" indent="0">
                        <a:buNone/>
                      </a:pPr>
                      <a:r>
                        <a:rPr lang="en-US" sz="1800" b="1">
                          <a:solidFill>
                            <a:srgbClr val="1D2951"/>
                          </a:solidFill>
                          <a:latin typeface="IBM Plex Sans" pitchFamily="34" charset="0"/>
                          <a:ea typeface="IBM Plex Sans" pitchFamily="34" charset="-122"/>
                          <a:cs typeface="IBM Plex Sans" pitchFamily="34" charset="-120"/>
                        </a:rPr>
                        <a:t>Finance</a:t>
                      </a:r>
                      <a:endParaRPr lang="en-US" sz="1800">
                        <a:latin typeface="IBM Plex Sans" charset="0"/>
                        <a:ea typeface="IBM Plex Sans" charset="0"/>
                        <a:cs typeface="IBM Plex Sans" charset="0"/>
                      </a:endParaRPr>
                    </a:p>
                  </a:txBody>
                  <a:tcPr marL="109728" marR="109728" marT="36576" marB="36576" anchor="ctr">
                    <a:lnL w="9525" cap="flat" cmpd="sng" algn="ctr">
                      <a:solidFill>
                        <a:srgbClr val="BBBFCB"/>
                      </a:solidFill>
                      <a:prstDash val="solid"/>
                      <a:round/>
                      <a:headEnd type="none" w="med" len="med"/>
                      <a:tailEnd type="none" w="med" len="med"/>
                    </a:lnL>
                    <a:lnR w="9525" cap="flat" cmpd="sng" algn="ctr">
                      <a:solidFill>
                        <a:srgbClr val="BBBFCB"/>
                      </a:solidFill>
                      <a:prstDash val="solid"/>
                      <a:round/>
                      <a:headEnd type="none" w="med" len="med"/>
                      <a:tailEnd type="none" w="med" len="med"/>
                    </a:lnR>
                    <a:lnT w="9525" cap="flat" cmpd="sng" algn="ctr">
                      <a:solidFill>
                        <a:srgbClr val="BBBFCB"/>
                      </a:solidFill>
                      <a:prstDash val="solid"/>
                      <a:round/>
                      <a:headEnd type="none" w="med" len="med"/>
                      <a:tailEnd type="none" w="med" len="med"/>
                    </a:lnT>
                    <a:lnB w="9525" cap="flat" cmpd="sng" algn="ctr">
                      <a:solidFill>
                        <a:srgbClr val="BBBFCB"/>
                      </a:solidFill>
                      <a:prstDash val="solid"/>
                      <a:round/>
                      <a:headEnd type="none" w="med" len="med"/>
                      <a:tailEnd type="none" w="med" len="med"/>
                    </a:lnB>
                    <a:solidFill>
                      <a:srgbClr val="FFFFFF"/>
                    </a:solidFill>
                  </a:tcPr>
                </a:tc>
                <a:tc>
                  <a:txBody>
                    <a:bodyPr/>
                    <a:lstStyle/>
                    <a:p>
                      <a:pPr marL="0" indent="0">
                        <a:buNone/>
                      </a:pPr>
                      <a:r>
                        <a:rPr lang="en-US" sz="1800">
                          <a:solidFill>
                            <a:srgbClr val="F57574"/>
                          </a:solidFill>
                          <a:latin typeface="IBM Plex Mono" pitchFamily="34" charset="0"/>
                          <a:ea typeface="IBM Plex Mono" pitchFamily="34" charset="-122"/>
                          <a:cs typeface="IBM Plex Mono" pitchFamily="34" charset="-120"/>
                        </a:rPr>
                        <a:t>finance_grp</a:t>
                      </a:r>
                      <a:endParaRPr lang="en-US" sz="1800">
                        <a:latin typeface="IBM Plex Mono" charset="0"/>
                        <a:ea typeface="IBM Plex Mono" charset="0"/>
                        <a:cs typeface="IBM Plex Mono" charset="0"/>
                      </a:endParaRPr>
                    </a:p>
                  </a:txBody>
                  <a:tcPr marL="109728" marR="109728" marT="36576" marB="36576" anchor="ctr">
                    <a:lnL w="9525" cap="flat" cmpd="sng" algn="ctr">
                      <a:solidFill>
                        <a:srgbClr val="BBBFCB"/>
                      </a:solidFill>
                      <a:prstDash val="solid"/>
                      <a:round/>
                      <a:headEnd type="none" w="med" len="med"/>
                      <a:tailEnd type="none" w="med" len="med"/>
                    </a:lnL>
                    <a:lnR w="9525" cap="flat" cmpd="sng" algn="ctr">
                      <a:solidFill>
                        <a:srgbClr val="BBBFCB"/>
                      </a:solidFill>
                      <a:prstDash val="solid"/>
                      <a:round/>
                      <a:headEnd type="none" w="med" len="med"/>
                      <a:tailEnd type="none" w="med" len="med"/>
                    </a:lnR>
                    <a:lnT w="9525" cap="flat" cmpd="sng" algn="ctr">
                      <a:solidFill>
                        <a:srgbClr val="BBBFCB"/>
                      </a:solidFill>
                      <a:prstDash val="solid"/>
                      <a:round/>
                      <a:headEnd type="none" w="med" len="med"/>
                      <a:tailEnd type="none" w="med" len="med"/>
                    </a:lnT>
                    <a:lnB w="9525" cap="flat" cmpd="sng" algn="ctr">
                      <a:solidFill>
                        <a:srgbClr val="BBBFCB"/>
                      </a:solidFill>
                      <a:prstDash val="solid"/>
                      <a:round/>
                      <a:headEnd type="none" w="med" len="med"/>
                      <a:tailEnd type="none" w="med" len="med"/>
                    </a:lnB>
                    <a:solidFill>
                      <a:srgbClr val="FFFFFF"/>
                    </a:solidFill>
                  </a:tcPr>
                </a:tc>
                <a:tc>
                  <a:txBody>
                    <a:bodyPr/>
                    <a:lstStyle/>
                    <a:p>
                      <a:pPr marL="0" indent="0">
                        <a:buNone/>
                      </a:pPr>
                      <a:r>
                        <a:rPr lang="en-US" sz="1800">
                          <a:solidFill>
                            <a:srgbClr val="1D2951"/>
                          </a:solidFill>
                          <a:latin typeface="IBM Plex Sans" pitchFamily="34" charset="0"/>
                          <a:ea typeface="IBM Plex Sans" pitchFamily="34" charset="-122"/>
                          <a:cs typeface="IBM Plex Sans" pitchFamily="34" charset="-120"/>
                        </a:rPr>
                        <a:t>Finance + Public</a:t>
                      </a:r>
                      <a:endParaRPr lang="en-US" sz="1800">
                        <a:latin typeface="IBM Plex Sans" charset="0"/>
                        <a:ea typeface="IBM Plex Sans" charset="0"/>
                        <a:cs typeface="IBM Plex Sans" charset="0"/>
                      </a:endParaRPr>
                    </a:p>
                  </a:txBody>
                  <a:tcPr marL="109728" marR="109728" marT="36576" marB="36576" anchor="ctr">
                    <a:lnL w="9525" cap="flat" cmpd="sng" algn="ctr">
                      <a:solidFill>
                        <a:srgbClr val="BBBFCB"/>
                      </a:solidFill>
                      <a:prstDash val="solid"/>
                      <a:round/>
                      <a:headEnd type="none" w="med" len="med"/>
                      <a:tailEnd type="none" w="med" len="med"/>
                    </a:lnL>
                    <a:lnR w="9525" cap="flat" cmpd="sng" algn="ctr">
                      <a:solidFill>
                        <a:srgbClr val="BBBFCB"/>
                      </a:solidFill>
                      <a:prstDash val="solid"/>
                      <a:round/>
                      <a:headEnd type="none" w="med" len="med"/>
                      <a:tailEnd type="none" w="med" len="med"/>
                    </a:lnR>
                    <a:lnT w="9525" cap="flat" cmpd="sng" algn="ctr">
                      <a:solidFill>
                        <a:srgbClr val="BBBFCB"/>
                      </a:solidFill>
                      <a:prstDash val="solid"/>
                      <a:round/>
                      <a:headEnd type="none" w="med" len="med"/>
                      <a:tailEnd type="none" w="med" len="med"/>
                    </a:lnT>
                    <a:lnB w="9525" cap="flat" cmpd="sng" algn="ctr">
                      <a:solidFill>
                        <a:srgbClr val="BBBFCB"/>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48640">
                <a:tc>
                  <a:txBody>
                    <a:bodyPr/>
                    <a:lstStyle/>
                    <a:p>
                      <a:pPr marL="0" indent="0">
                        <a:buNone/>
                      </a:pPr>
                      <a:r>
                        <a:rPr lang="en-US" sz="1800" b="1">
                          <a:solidFill>
                            <a:srgbClr val="1D2951"/>
                          </a:solidFill>
                          <a:latin typeface="IBM Plex Sans" pitchFamily="34" charset="0"/>
                          <a:ea typeface="IBM Plex Sans" pitchFamily="34" charset="-122"/>
                          <a:cs typeface="IBM Plex Sans" pitchFamily="34" charset="-120"/>
                        </a:rPr>
                        <a:t>HR</a:t>
                      </a:r>
                      <a:endParaRPr lang="en-US" sz="1800">
                        <a:latin typeface="IBM Plex Sans" charset="0"/>
                        <a:ea typeface="IBM Plex Sans" charset="0"/>
                        <a:cs typeface="IBM Plex Sans" charset="0"/>
                      </a:endParaRPr>
                    </a:p>
                  </a:txBody>
                  <a:tcPr marL="109728" marR="109728" marT="36576" marB="36576" anchor="ctr">
                    <a:lnL w="9525" cap="flat" cmpd="sng" algn="ctr">
                      <a:solidFill>
                        <a:srgbClr val="BBBFCB"/>
                      </a:solidFill>
                      <a:prstDash val="solid"/>
                      <a:round/>
                      <a:headEnd type="none" w="med" len="med"/>
                      <a:tailEnd type="none" w="med" len="med"/>
                    </a:lnL>
                    <a:lnR w="9525" cap="flat" cmpd="sng" algn="ctr">
                      <a:solidFill>
                        <a:srgbClr val="BBBFCB"/>
                      </a:solidFill>
                      <a:prstDash val="solid"/>
                      <a:round/>
                      <a:headEnd type="none" w="med" len="med"/>
                      <a:tailEnd type="none" w="med" len="med"/>
                    </a:lnR>
                    <a:lnT w="9525" cap="flat" cmpd="sng" algn="ctr">
                      <a:solidFill>
                        <a:srgbClr val="BBBFCB"/>
                      </a:solidFill>
                      <a:prstDash val="solid"/>
                      <a:round/>
                      <a:headEnd type="none" w="med" len="med"/>
                      <a:tailEnd type="none" w="med" len="med"/>
                    </a:lnT>
                    <a:lnB w="9525" cap="flat" cmpd="sng" algn="ctr">
                      <a:solidFill>
                        <a:srgbClr val="BBBFCB"/>
                      </a:solidFill>
                      <a:prstDash val="solid"/>
                      <a:round/>
                      <a:headEnd type="none" w="med" len="med"/>
                      <a:tailEnd type="none" w="med" len="med"/>
                    </a:lnB>
                    <a:solidFill>
                      <a:srgbClr val="FFFFFF"/>
                    </a:solidFill>
                  </a:tcPr>
                </a:tc>
                <a:tc>
                  <a:txBody>
                    <a:bodyPr/>
                    <a:lstStyle/>
                    <a:p>
                      <a:pPr marL="0" indent="0">
                        <a:buNone/>
                      </a:pPr>
                      <a:r>
                        <a:rPr lang="en-US" sz="1800">
                          <a:solidFill>
                            <a:srgbClr val="F57574"/>
                          </a:solidFill>
                          <a:latin typeface="IBM Plex Mono" pitchFamily="34" charset="0"/>
                          <a:ea typeface="IBM Plex Mono" pitchFamily="34" charset="-122"/>
                          <a:cs typeface="IBM Plex Mono" pitchFamily="34" charset="-120"/>
                        </a:rPr>
                        <a:t>hr_grp</a:t>
                      </a:r>
                      <a:endParaRPr lang="en-US" sz="1800">
                        <a:latin typeface="IBM Plex Mono" charset="0"/>
                        <a:ea typeface="IBM Plex Mono" charset="0"/>
                        <a:cs typeface="IBM Plex Mono" charset="0"/>
                      </a:endParaRPr>
                    </a:p>
                  </a:txBody>
                  <a:tcPr marL="109728" marR="109728" marT="36576" marB="36576" anchor="ctr">
                    <a:lnL w="9525" cap="flat" cmpd="sng" algn="ctr">
                      <a:solidFill>
                        <a:srgbClr val="BBBFCB"/>
                      </a:solidFill>
                      <a:prstDash val="solid"/>
                      <a:round/>
                      <a:headEnd type="none" w="med" len="med"/>
                      <a:tailEnd type="none" w="med" len="med"/>
                    </a:lnL>
                    <a:lnR w="9525" cap="flat" cmpd="sng" algn="ctr">
                      <a:solidFill>
                        <a:srgbClr val="BBBFCB"/>
                      </a:solidFill>
                      <a:prstDash val="solid"/>
                      <a:round/>
                      <a:headEnd type="none" w="med" len="med"/>
                      <a:tailEnd type="none" w="med" len="med"/>
                    </a:lnR>
                    <a:lnT w="9525" cap="flat" cmpd="sng" algn="ctr">
                      <a:solidFill>
                        <a:srgbClr val="BBBFCB"/>
                      </a:solidFill>
                      <a:prstDash val="solid"/>
                      <a:round/>
                      <a:headEnd type="none" w="med" len="med"/>
                      <a:tailEnd type="none" w="med" len="med"/>
                    </a:lnT>
                    <a:lnB w="9525" cap="flat" cmpd="sng" algn="ctr">
                      <a:solidFill>
                        <a:srgbClr val="BBBFCB"/>
                      </a:solidFill>
                      <a:prstDash val="solid"/>
                      <a:round/>
                      <a:headEnd type="none" w="med" len="med"/>
                      <a:tailEnd type="none" w="med" len="med"/>
                    </a:lnB>
                    <a:solidFill>
                      <a:srgbClr val="FFFFFF"/>
                    </a:solidFill>
                  </a:tcPr>
                </a:tc>
                <a:tc>
                  <a:txBody>
                    <a:bodyPr/>
                    <a:lstStyle/>
                    <a:p>
                      <a:pPr marL="0" indent="0">
                        <a:buNone/>
                      </a:pPr>
                      <a:r>
                        <a:rPr lang="en-US" sz="1800">
                          <a:solidFill>
                            <a:srgbClr val="1D2951"/>
                          </a:solidFill>
                          <a:latin typeface="IBM Plex Sans" pitchFamily="34" charset="0"/>
                          <a:ea typeface="IBM Plex Sans" pitchFamily="34" charset="-122"/>
                          <a:cs typeface="IBM Plex Sans" pitchFamily="34" charset="-120"/>
                        </a:rPr>
                        <a:t>HR + Public</a:t>
                      </a:r>
                      <a:endParaRPr lang="en-US" sz="1800">
                        <a:latin typeface="IBM Plex Sans" charset="0"/>
                        <a:ea typeface="IBM Plex Sans" charset="0"/>
                        <a:cs typeface="IBM Plex Sans" charset="0"/>
                      </a:endParaRPr>
                    </a:p>
                  </a:txBody>
                  <a:tcPr marL="109728" marR="109728" marT="36576" marB="36576" anchor="ctr">
                    <a:lnL w="9525" cap="flat" cmpd="sng" algn="ctr">
                      <a:solidFill>
                        <a:srgbClr val="BBBFCB"/>
                      </a:solidFill>
                      <a:prstDash val="solid"/>
                      <a:round/>
                      <a:headEnd type="none" w="med" len="med"/>
                      <a:tailEnd type="none" w="med" len="med"/>
                    </a:lnL>
                    <a:lnR w="9525" cap="flat" cmpd="sng" algn="ctr">
                      <a:solidFill>
                        <a:srgbClr val="BBBFCB"/>
                      </a:solidFill>
                      <a:prstDash val="solid"/>
                      <a:round/>
                      <a:headEnd type="none" w="med" len="med"/>
                      <a:tailEnd type="none" w="med" len="med"/>
                    </a:lnR>
                    <a:lnT w="9525" cap="flat" cmpd="sng" algn="ctr">
                      <a:solidFill>
                        <a:srgbClr val="BBBFCB"/>
                      </a:solidFill>
                      <a:prstDash val="solid"/>
                      <a:round/>
                      <a:headEnd type="none" w="med" len="med"/>
                      <a:tailEnd type="none" w="med" len="med"/>
                    </a:lnT>
                    <a:lnB w="9525" cap="flat" cmpd="sng" algn="ctr">
                      <a:solidFill>
                        <a:srgbClr val="BBBFCB"/>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48640">
                <a:tc>
                  <a:txBody>
                    <a:bodyPr/>
                    <a:lstStyle/>
                    <a:p>
                      <a:pPr marL="0" indent="0">
                        <a:buNone/>
                      </a:pPr>
                      <a:r>
                        <a:rPr lang="en-US" sz="1800" b="1">
                          <a:solidFill>
                            <a:srgbClr val="1D2951"/>
                          </a:solidFill>
                          <a:latin typeface="IBM Plex Sans" pitchFamily="34" charset="0"/>
                          <a:ea typeface="IBM Plex Sans" pitchFamily="34" charset="-122"/>
                          <a:cs typeface="IBM Plex Sans" pitchFamily="34" charset="-120"/>
                        </a:rPr>
                        <a:t>Sales</a:t>
                      </a:r>
                      <a:endParaRPr lang="en-US" sz="1800">
                        <a:latin typeface="IBM Plex Sans" charset="0"/>
                        <a:ea typeface="IBM Plex Sans" charset="0"/>
                        <a:cs typeface="IBM Plex Sans" charset="0"/>
                      </a:endParaRPr>
                    </a:p>
                  </a:txBody>
                  <a:tcPr marL="109728" marR="109728" marT="36576" marB="36576" anchor="ctr">
                    <a:lnL w="9525" cap="flat" cmpd="sng" algn="ctr">
                      <a:solidFill>
                        <a:srgbClr val="BBBFCB"/>
                      </a:solidFill>
                      <a:prstDash val="solid"/>
                      <a:round/>
                      <a:headEnd type="none" w="med" len="med"/>
                      <a:tailEnd type="none" w="med" len="med"/>
                    </a:lnL>
                    <a:lnR w="9525" cap="flat" cmpd="sng" algn="ctr">
                      <a:solidFill>
                        <a:srgbClr val="BBBFCB"/>
                      </a:solidFill>
                      <a:prstDash val="solid"/>
                      <a:round/>
                      <a:headEnd type="none" w="med" len="med"/>
                      <a:tailEnd type="none" w="med" len="med"/>
                    </a:lnR>
                    <a:lnT w="9525" cap="flat" cmpd="sng" algn="ctr">
                      <a:solidFill>
                        <a:srgbClr val="BBBFCB"/>
                      </a:solidFill>
                      <a:prstDash val="solid"/>
                      <a:round/>
                      <a:headEnd type="none" w="med" len="med"/>
                      <a:tailEnd type="none" w="med" len="med"/>
                    </a:lnT>
                    <a:lnB w="9525" cap="flat" cmpd="sng" algn="ctr">
                      <a:solidFill>
                        <a:srgbClr val="BBBFCB"/>
                      </a:solidFill>
                      <a:prstDash val="solid"/>
                      <a:round/>
                      <a:headEnd type="none" w="med" len="med"/>
                      <a:tailEnd type="none" w="med" len="med"/>
                    </a:lnB>
                    <a:solidFill>
                      <a:srgbClr val="FFFFFF"/>
                    </a:solidFill>
                  </a:tcPr>
                </a:tc>
                <a:tc>
                  <a:txBody>
                    <a:bodyPr/>
                    <a:lstStyle/>
                    <a:p>
                      <a:pPr marL="0" indent="0">
                        <a:buNone/>
                      </a:pPr>
                      <a:r>
                        <a:rPr lang="en-US" sz="1800">
                          <a:solidFill>
                            <a:srgbClr val="F57574"/>
                          </a:solidFill>
                          <a:latin typeface="IBM Plex Mono" pitchFamily="34" charset="0"/>
                          <a:ea typeface="IBM Plex Mono" pitchFamily="34" charset="-122"/>
                          <a:cs typeface="IBM Plex Mono" pitchFamily="34" charset="-120"/>
                        </a:rPr>
                        <a:t>sales_grp</a:t>
                      </a:r>
                      <a:endParaRPr lang="en-US" sz="1800">
                        <a:latin typeface="IBM Plex Mono" charset="0"/>
                        <a:ea typeface="IBM Plex Mono" charset="0"/>
                        <a:cs typeface="IBM Plex Mono" charset="0"/>
                      </a:endParaRPr>
                    </a:p>
                  </a:txBody>
                  <a:tcPr marL="109728" marR="109728" marT="36576" marB="36576" anchor="ctr">
                    <a:lnL w="9525" cap="flat" cmpd="sng" algn="ctr">
                      <a:solidFill>
                        <a:srgbClr val="BBBFCB"/>
                      </a:solidFill>
                      <a:prstDash val="solid"/>
                      <a:round/>
                      <a:headEnd type="none" w="med" len="med"/>
                      <a:tailEnd type="none" w="med" len="med"/>
                    </a:lnL>
                    <a:lnR w="9525" cap="flat" cmpd="sng" algn="ctr">
                      <a:solidFill>
                        <a:srgbClr val="BBBFCB"/>
                      </a:solidFill>
                      <a:prstDash val="solid"/>
                      <a:round/>
                      <a:headEnd type="none" w="med" len="med"/>
                      <a:tailEnd type="none" w="med" len="med"/>
                    </a:lnR>
                    <a:lnT w="9525" cap="flat" cmpd="sng" algn="ctr">
                      <a:solidFill>
                        <a:srgbClr val="BBBFCB"/>
                      </a:solidFill>
                      <a:prstDash val="solid"/>
                      <a:round/>
                      <a:headEnd type="none" w="med" len="med"/>
                      <a:tailEnd type="none" w="med" len="med"/>
                    </a:lnT>
                    <a:lnB w="9525" cap="flat" cmpd="sng" algn="ctr">
                      <a:solidFill>
                        <a:srgbClr val="BBBFCB"/>
                      </a:solidFill>
                      <a:prstDash val="solid"/>
                      <a:round/>
                      <a:headEnd type="none" w="med" len="med"/>
                      <a:tailEnd type="none" w="med" len="med"/>
                    </a:lnB>
                    <a:solidFill>
                      <a:srgbClr val="FFFFFF"/>
                    </a:solidFill>
                  </a:tcPr>
                </a:tc>
                <a:tc>
                  <a:txBody>
                    <a:bodyPr/>
                    <a:lstStyle/>
                    <a:p>
                      <a:pPr marL="0" indent="0">
                        <a:buNone/>
                      </a:pPr>
                      <a:r>
                        <a:rPr lang="en-US" sz="1800">
                          <a:solidFill>
                            <a:srgbClr val="1D2951"/>
                          </a:solidFill>
                          <a:latin typeface="IBM Plex Sans" pitchFamily="34" charset="0"/>
                          <a:ea typeface="IBM Plex Sans" pitchFamily="34" charset="-122"/>
                          <a:cs typeface="IBM Plex Sans" pitchFamily="34" charset="-120"/>
                        </a:rPr>
                        <a:t>Sales + Public</a:t>
                      </a:r>
                      <a:endParaRPr lang="en-US" sz="1800">
                        <a:latin typeface="IBM Plex Sans" charset="0"/>
                        <a:ea typeface="IBM Plex Sans" charset="0"/>
                        <a:cs typeface="IBM Plex Sans" charset="0"/>
                      </a:endParaRPr>
                    </a:p>
                  </a:txBody>
                  <a:tcPr marL="109728" marR="109728" marT="36576" marB="36576" anchor="ctr">
                    <a:lnL w="9525" cap="flat" cmpd="sng" algn="ctr">
                      <a:solidFill>
                        <a:srgbClr val="BBBFCB"/>
                      </a:solidFill>
                      <a:prstDash val="solid"/>
                      <a:round/>
                      <a:headEnd type="none" w="med" len="med"/>
                      <a:tailEnd type="none" w="med" len="med"/>
                    </a:lnL>
                    <a:lnR w="9525" cap="flat" cmpd="sng" algn="ctr">
                      <a:solidFill>
                        <a:srgbClr val="BBBFCB"/>
                      </a:solidFill>
                      <a:prstDash val="solid"/>
                      <a:round/>
                      <a:headEnd type="none" w="med" len="med"/>
                      <a:tailEnd type="none" w="med" len="med"/>
                    </a:lnR>
                    <a:lnT w="9525" cap="flat" cmpd="sng" algn="ctr">
                      <a:solidFill>
                        <a:srgbClr val="BBBFCB"/>
                      </a:solidFill>
                      <a:prstDash val="solid"/>
                      <a:round/>
                      <a:headEnd type="none" w="med" len="med"/>
                      <a:tailEnd type="none" w="med" len="med"/>
                    </a:lnT>
                    <a:lnB w="9525" cap="flat" cmpd="sng" algn="ctr">
                      <a:solidFill>
                        <a:srgbClr val="BBBFCB"/>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48640">
                <a:tc>
                  <a:txBody>
                    <a:bodyPr/>
                    <a:lstStyle/>
                    <a:p>
                      <a:pPr marL="0" indent="0">
                        <a:buNone/>
                      </a:pPr>
                      <a:r>
                        <a:rPr lang="en-US" sz="1800" b="1">
                          <a:solidFill>
                            <a:srgbClr val="1D2951"/>
                          </a:solidFill>
                          <a:latin typeface="IBM Plex Sans" pitchFamily="34" charset="0"/>
                          <a:ea typeface="IBM Plex Sans" pitchFamily="34" charset="-122"/>
                          <a:cs typeface="IBM Plex Sans" pitchFamily="34" charset="-120"/>
                        </a:rPr>
                        <a:t>Development</a:t>
                      </a:r>
                      <a:endParaRPr lang="en-US" sz="1800">
                        <a:latin typeface="IBM Plex Sans" charset="0"/>
                        <a:ea typeface="IBM Plex Sans" charset="0"/>
                        <a:cs typeface="IBM Plex Sans" charset="0"/>
                      </a:endParaRPr>
                    </a:p>
                  </a:txBody>
                  <a:tcPr marL="109728" marR="109728" marT="36576" marB="36576" anchor="ctr">
                    <a:lnL w="9525" cap="flat" cmpd="sng" algn="ctr">
                      <a:solidFill>
                        <a:srgbClr val="BBBFCB"/>
                      </a:solidFill>
                      <a:prstDash val="solid"/>
                      <a:round/>
                      <a:headEnd type="none" w="med" len="med"/>
                      <a:tailEnd type="none" w="med" len="med"/>
                    </a:lnL>
                    <a:lnR w="9525" cap="flat" cmpd="sng" algn="ctr">
                      <a:solidFill>
                        <a:srgbClr val="BBBFCB"/>
                      </a:solidFill>
                      <a:prstDash val="solid"/>
                      <a:round/>
                      <a:headEnd type="none" w="med" len="med"/>
                      <a:tailEnd type="none" w="med" len="med"/>
                    </a:lnR>
                    <a:lnT w="9525" cap="flat" cmpd="sng" algn="ctr">
                      <a:solidFill>
                        <a:srgbClr val="BBBFCB"/>
                      </a:solidFill>
                      <a:prstDash val="solid"/>
                      <a:round/>
                      <a:headEnd type="none" w="med" len="med"/>
                      <a:tailEnd type="none" w="med" len="med"/>
                    </a:lnT>
                    <a:lnB w="9525" cap="flat" cmpd="sng" algn="ctr">
                      <a:solidFill>
                        <a:srgbClr val="BBBFCB"/>
                      </a:solidFill>
                      <a:prstDash val="solid"/>
                      <a:round/>
                      <a:headEnd type="none" w="med" len="med"/>
                      <a:tailEnd type="none" w="med" len="med"/>
                    </a:lnB>
                    <a:solidFill>
                      <a:srgbClr val="FFFFFF"/>
                    </a:solidFill>
                  </a:tcPr>
                </a:tc>
                <a:tc>
                  <a:txBody>
                    <a:bodyPr/>
                    <a:lstStyle/>
                    <a:p>
                      <a:pPr marL="0" indent="0">
                        <a:buNone/>
                      </a:pPr>
                      <a:r>
                        <a:rPr lang="en-US" sz="1800">
                          <a:solidFill>
                            <a:srgbClr val="F57574"/>
                          </a:solidFill>
                          <a:latin typeface="IBM Plex Mono" pitchFamily="34" charset="0"/>
                          <a:ea typeface="IBM Plex Mono" pitchFamily="34" charset="-122"/>
                          <a:cs typeface="IBM Plex Mono" pitchFamily="34" charset="-120"/>
                        </a:rPr>
                        <a:t>dev_grp</a:t>
                      </a:r>
                      <a:endParaRPr lang="en-US" sz="1800">
                        <a:latin typeface="IBM Plex Mono" charset="0"/>
                        <a:ea typeface="IBM Plex Mono" charset="0"/>
                        <a:cs typeface="IBM Plex Mono" charset="0"/>
                      </a:endParaRPr>
                    </a:p>
                  </a:txBody>
                  <a:tcPr marL="109728" marR="109728" marT="36576" marB="36576" anchor="ctr">
                    <a:lnL w="9525" cap="flat" cmpd="sng" algn="ctr">
                      <a:solidFill>
                        <a:srgbClr val="BBBFCB"/>
                      </a:solidFill>
                      <a:prstDash val="solid"/>
                      <a:round/>
                      <a:headEnd type="none" w="med" len="med"/>
                      <a:tailEnd type="none" w="med" len="med"/>
                    </a:lnL>
                    <a:lnR w="9525" cap="flat" cmpd="sng" algn="ctr">
                      <a:solidFill>
                        <a:srgbClr val="BBBFCB"/>
                      </a:solidFill>
                      <a:prstDash val="solid"/>
                      <a:round/>
                      <a:headEnd type="none" w="med" len="med"/>
                      <a:tailEnd type="none" w="med" len="med"/>
                    </a:lnR>
                    <a:lnT w="9525" cap="flat" cmpd="sng" algn="ctr">
                      <a:solidFill>
                        <a:srgbClr val="BBBFCB"/>
                      </a:solidFill>
                      <a:prstDash val="solid"/>
                      <a:round/>
                      <a:headEnd type="none" w="med" len="med"/>
                      <a:tailEnd type="none" w="med" len="med"/>
                    </a:lnT>
                    <a:lnB w="9525" cap="flat" cmpd="sng" algn="ctr">
                      <a:solidFill>
                        <a:srgbClr val="BBBFCB"/>
                      </a:solidFill>
                      <a:prstDash val="solid"/>
                      <a:round/>
                      <a:headEnd type="none" w="med" len="med"/>
                      <a:tailEnd type="none" w="med" len="med"/>
                    </a:lnB>
                    <a:solidFill>
                      <a:srgbClr val="FFFFFF"/>
                    </a:solidFill>
                  </a:tcPr>
                </a:tc>
                <a:tc>
                  <a:txBody>
                    <a:bodyPr/>
                    <a:lstStyle/>
                    <a:p>
                      <a:pPr marL="0" indent="0">
                        <a:buNone/>
                      </a:pPr>
                      <a:r>
                        <a:rPr lang="en-US" sz="1800">
                          <a:solidFill>
                            <a:srgbClr val="1D2951"/>
                          </a:solidFill>
                          <a:latin typeface="IBM Plex Sans" pitchFamily="34" charset="0"/>
                          <a:ea typeface="IBM Plex Sans" pitchFamily="34" charset="-122"/>
                          <a:cs typeface="IBM Plex Sans" pitchFamily="34" charset="-120"/>
                        </a:rPr>
                        <a:t>Development + Public</a:t>
                      </a:r>
                      <a:endParaRPr lang="en-US" sz="1800">
                        <a:latin typeface="IBM Plex Sans" charset="0"/>
                        <a:ea typeface="IBM Plex Sans" charset="0"/>
                        <a:cs typeface="IBM Plex Sans" charset="0"/>
                      </a:endParaRPr>
                    </a:p>
                  </a:txBody>
                  <a:tcPr marL="109728" marR="109728" marT="36576" marB="36576" anchor="ctr">
                    <a:lnL w="9525" cap="flat" cmpd="sng" algn="ctr">
                      <a:solidFill>
                        <a:srgbClr val="BBBFCB"/>
                      </a:solidFill>
                      <a:prstDash val="solid"/>
                      <a:round/>
                      <a:headEnd type="none" w="med" len="med"/>
                      <a:tailEnd type="none" w="med" len="med"/>
                    </a:lnL>
                    <a:lnR w="9525" cap="flat" cmpd="sng" algn="ctr">
                      <a:solidFill>
                        <a:srgbClr val="BBBFCB"/>
                      </a:solidFill>
                      <a:prstDash val="solid"/>
                      <a:round/>
                      <a:headEnd type="none" w="med" len="med"/>
                      <a:tailEnd type="none" w="med" len="med"/>
                    </a:lnR>
                    <a:lnT w="9525" cap="flat" cmpd="sng" algn="ctr">
                      <a:solidFill>
                        <a:srgbClr val="BBBFCB"/>
                      </a:solidFill>
                      <a:prstDash val="solid"/>
                      <a:round/>
                      <a:headEnd type="none" w="med" len="med"/>
                      <a:tailEnd type="none" w="med" len="med"/>
                    </a:lnT>
                    <a:lnB w="9525" cap="flat" cmpd="sng" algn="ctr">
                      <a:solidFill>
                        <a:srgbClr val="BBBFCB"/>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4" name="rule0"/>
          <p:cNvSpPr/>
          <p:nvPr/>
        </p:nvSpPr>
        <p:spPr>
          <a:xfrm>
            <a:off x="548640" y="4937760"/>
            <a:ext cx="3566160" cy="777240"/>
          </a:xfrm>
          <a:prstGeom prst="roundRect">
            <a:avLst>
              <a:gd name="adj" fmla="val 9412"/>
            </a:avLst>
          </a:prstGeom>
          <a:solidFill>
            <a:srgbClr val="1D2951"/>
          </a:solidFill>
          <a:ln/>
        </p:spPr>
      </p:sp>
      <p:pic>
        <p:nvPicPr>
          <p:cNvPr id="5" name="Image 0" descr="preencoded.png"/>
          <p:cNvPicPr>
            <a:picLocks noChangeAspect="1"/>
          </p:cNvPicPr>
          <p:nvPr/>
        </p:nvPicPr>
        <p:blipFill>
          <a:blip r:embed="rId3"/>
          <a:stretch>
            <a:fillRect/>
          </a:stretch>
        </p:blipFill>
        <p:spPr>
          <a:xfrm>
            <a:off x="822960" y="5157216"/>
            <a:ext cx="347472" cy="347472"/>
          </a:xfrm>
          <a:prstGeom prst="rect">
            <a:avLst/>
          </a:prstGeom>
        </p:spPr>
      </p:pic>
      <p:sp>
        <p:nvSpPr>
          <p:cNvPr id="3" name="Text 2"/>
          <p:cNvSpPr txBox="1"/>
          <p:nvPr/>
        </p:nvSpPr>
        <p:spPr>
          <a:xfrm>
            <a:off x="1325880" y="4937760"/>
            <a:ext cx="2697480" cy="777240"/>
          </a:xfrm>
          <a:prstGeom prst="rect">
            <a:avLst/>
          </a:prstGeom>
          <a:noFill/>
          <a:ln/>
        </p:spPr>
        <p:txBody>
          <a:bodyPr wrap="square" lIns="0" tIns="0" rIns="0" bIns="0" rtlCol="0" anchor="ctr"/>
          <a:lstStyle/>
          <a:p>
            <a:pPr marL="0" indent="0">
              <a:buNone/>
            </a:pPr>
            <a:r>
              <a:rPr lang="en-US" sz="1700" b="1">
                <a:solidFill>
                  <a:srgbClr val="FFFFFF"/>
                </a:solidFill>
                <a:latin typeface="IBM Plex Sans" pitchFamily="34" charset="0"/>
                <a:ea typeface="IBM Plex Sans" pitchFamily="34" charset="-122"/>
                <a:cs typeface="IBM Plex Sans" pitchFamily="34" charset="-120"/>
              </a:rPr>
              <a:t>Least privilege</a:t>
            </a:r>
            <a:endParaRPr lang="en-US" sz="1700"/>
          </a:p>
        </p:txBody>
      </p:sp>
      <p:sp>
        <p:nvSpPr>
          <p:cNvPr id="7" name="rule1"/>
          <p:cNvSpPr/>
          <p:nvPr/>
        </p:nvSpPr>
        <p:spPr>
          <a:xfrm>
            <a:off x="4297680" y="4937760"/>
            <a:ext cx="3566160" cy="777240"/>
          </a:xfrm>
          <a:prstGeom prst="roundRect">
            <a:avLst>
              <a:gd name="adj" fmla="val 9412"/>
            </a:avLst>
          </a:prstGeom>
          <a:solidFill>
            <a:srgbClr val="1D2951"/>
          </a:solidFill>
          <a:ln/>
        </p:spPr>
      </p:sp>
      <p:pic>
        <p:nvPicPr>
          <p:cNvPr id="8" name="Image 1" descr="preencoded.png"/>
          <p:cNvPicPr>
            <a:picLocks noChangeAspect="1"/>
          </p:cNvPicPr>
          <p:nvPr/>
        </p:nvPicPr>
        <p:blipFill>
          <a:blip r:embed="rId4"/>
          <a:stretch>
            <a:fillRect/>
          </a:stretch>
        </p:blipFill>
        <p:spPr>
          <a:xfrm>
            <a:off x="4572000" y="5157216"/>
            <a:ext cx="347472" cy="347472"/>
          </a:xfrm>
          <a:prstGeom prst="rect">
            <a:avLst/>
          </a:prstGeom>
        </p:spPr>
      </p:pic>
      <p:sp>
        <p:nvSpPr>
          <p:cNvPr id="9" name="Text 4"/>
          <p:cNvSpPr txBox="1"/>
          <p:nvPr/>
        </p:nvSpPr>
        <p:spPr>
          <a:xfrm>
            <a:off x="5074920" y="4937760"/>
            <a:ext cx="2697480" cy="777240"/>
          </a:xfrm>
          <a:prstGeom prst="rect">
            <a:avLst/>
          </a:prstGeom>
          <a:noFill/>
          <a:ln/>
        </p:spPr>
        <p:txBody>
          <a:bodyPr wrap="square" lIns="0" tIns="0" rIns="0" bIns="0" rtlCol="0" anchor="ctr"/>
          <a:lstStyle/>
          <a:p>
            <a:pPr marL="0" indent="0">
              <a:buNone/>
            </a:pPr>
            <a:r>
              <a:rPr lang="en-US" sz="1700" b="1">
                <a:solidFill>
                  <a:srgbClr val="FFFFFF"/>
                </a:solidFill>
                <a:latin typeface="IBM Plex Sans" pitchFamily="34" charset="0"/>
                <a:ea typeface="IBM Plex Sans" pitchFamily="34" charset="-122"/>
                <a:cs typeface="IBM Plex Sans" pitchFamily="34" charset="-120"/>
              </a:rPr>
              <a:t>Quarterly reviews</a:t>
            </a:r>
            <a:endParaRPr lang="en-US" sz="1700"/>
          </a:p>
        </p:txBody>
      </p:sp>
      <p:sp>
        <p:nvSpPr>
          <p:cNvPr id="10" name="rule2"/>
          <p:cNvSpPr/>
          <p:nvPr/>
        </p:nvSpPr>
        <p:spPr>
          <a:xfrm>
            <a:off x="8046720" y="4937760"/>
            <a:ext cx="3566160" cy="777240"/>
          </a:xfrm>
          <a:prstGeom prst="roundRect">
            <a:avLst>
              <a:gd name="adj" fmla="val 9412"/>
            </a:avLst>
          </a:prstGeom>
          <a:solidFill>
            <a:srgbClr val="1D2951"/>
          </a:solidFill>
          <a:ln/>
        </p:spPr>
      </p:sp>
      <p:pic>
        <p:nvPicPr>
          <p:cNvPr id="11" name="Image 2" descr="preencoded.png"/>
          <p:cNvPicPr>
            <a:picLocks noChangeAspect="1"/>
          </p:cNvPicPr>
          <p:nvPr/>
        </p:nvPicPr>
        <p:blipFill>
          <a:blip r:embed="rId5"/>
          <a:stretch>
            <a:fillRect/>
          </a:stretch>
        </p:blipFill>
        <p:spPr>
          <a:xfrm>
            <a:off x="8321040" y="5157216"/>
            <a:ext cx="347472" cy="347472"/>
          </a:xfrm>
          <a:prstGeom prst="rect">
            <a:avLst/>
          </a:prstGeom>
        </p:spPr>
      </p:pic>
      <p:sp>
        <p:nvSpPr>
          <p:cNvPr id="12" name="Text 6"/>
          <p:cNvSpPr txBox="1"/>
          <p:nvPr/>
        </p:nvSpPr>
        <p:spPr>
          <a:xfrm>
            <a:off x="8823960" y="4937760"/>
            <a:ext cx="2697480" cy="777240"/>
          </a:xfrm>
          <a:prstGeom prst="rect">
            <a:avLst/>
          </a:prstGeom>
          <a:noFill/>
          <a:ln/>
        </p:spPr>
        <p:txBody>
          <a:bodyPr wrap="square" lIns="0" tIns="0" rIns="0" bIns="0" rtlCol="0" anchor="ctr"/>
          <a:lstStyle/>
          <a:p>
            <a:pPr marL="0" indent="0">
              <a:buNone/>
            </a:pPr>
            <a:r>
              <a:rPr lang="en-US" sz="1700" b="1">
                <a:solidFill>
                  <a:srgbClr val="FFFFFF"/>
                </a:solidFill>
                <a:latin typeface="IBM Plex Sans" pitchFamily="34" charset="0"/>
                <a:ea typeface="IBM Plex Sans" pitchFamily="34" charset="-122"/>
                <a:cs typeface="IBM Plex Sans" pitchFamily="34" charset="-120"/>
              </a:rPr>
              <a:t>No shared accounts</a:t>
            </a:r>
            <a:endParaRPr lang="en-US" sz="170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4A5474"/>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97021" y="423575"/>
            <a:ext cx="11064240" cy="685800"/>
          </a:xfrm>
          <a:prstGeom prst="rect">
            <a:avLst/>
          </a:prstGeom>
          <a:noFill/>
          <a:ln/>
        </p:spPr>
        <p:txBody>
          <a:bodyPr wrap="square" lIns="0" tIns="0" rIns="0" bIns="0" rtlCol="0" anchor="t"/>
          <a:lstStyle/>
          <a:p>
            <a:pPr marL="0" indent="0" algn="l">
              <a:buNone/>
            </a:pPr>
            <a:r>
              <a:rPr lang="en-US" sz="3400" b="1">
                <a:solidFill>
                  <a:srgbClr val="FFFFFF"/>
                </a:solidFill>
                <a:latin typeface="Space Grotesk" pitchFamily="34" charset="0"/>
                <a:ea typeface="Space Grotesk" pitchFamily="34" charset="-122"/>
                <a:cs typeface="Space Grotesk" pitchFamily="34" charset="-120"/>
              </a:rPr>
              <a:t>Backup and recovery plan</a:t>
            </a:r>
            <a:endParaRPr lang="en-US" sz="3400"/>
          </a:p>
        </p:txBody>
      </p:sp>
      <p:sp>
        <p:nvSpPr>
          <p:cNvPr id="3" name="rule3210"/>
          <p:cNvSpPr/>
          <p:nvPr/>
        </p:nvSpPr>
        <p:spPr>
          <a:xfrm>
            <a:off x="548640" y="1371600"/>
            <a:ext cx="3566160" cy="2194560"/>
          </a:xfrm>
          <a:prstGeom prst="roundRect">
            <a:avLst>
              <a:gd name="adj" fmla="val 3333"/>
            </a:avLst>
          </a:prstGeom>
          <a:solidFill>
            <a:srgbClr val="4A5474"/>
          </a:solidFill>
          <a:ln/>
        </p:spPr>
      </p:sp>
      <p:sp>
        <p:nvSpPr>
          <p:cNvPr id="4" name="Text 2"/>
          <p:cNvSpPr txBox="1"/>
          <p:nvPr/>
        </p:nvSpPr>
        <p:spPr>
          <a:xfrm>
            <a:off x="914400" y="1508760"/>
            <a:ext cx="1463040" cy="1371600"/>
          </a:xfrm>
          <a:prstGeom prst="rect">
            <a:avLst/>
          </a:prstGeom>
          <a:noFill/>
          <a:ln/>
        </p:spPr>
        <p:txBody>
          <a:bodyPr wrap="square" lIns="0" tIns="0" rIns="0" bIns="0" rtlCol="0" anchor="t"/>
          <a:lstStyle/>
          <a:p>
            <a:pPr marL="0" indent="0">
              <a:buNone/>
            </a:pPr>
            <a:r>
              <a:rPr lang="en-US" sz="9600" b="1">
                <a:solidFill>
                  <a:srgbClr val="F57574"/>
                </a:solidFill>
                <a:latin typeface="Space Grotesk" pitchFamily="34" charset="0"/>
                <a:ea typeface="Space Grotesk" pitchFamily="34" charset="-122"/>
                <a:cs typeface="Space Grotesk" pitchFamily="34" charset="-120"/>
              </a:rPr>
              <a:t>3</a:t>
            </a:r>
            <a:endParaRPr lang="en-US" sz="9600"/>
          </a:p>
        </p:txBody>
      </p:sp>
      <p:sp>
        <p:nvSpPr>
          <p:cNvPr id="5" name="Text 3"/>
          <p:cNvSpPr txBox="1"/>
          <p:nvPr/>
        </p:nvSpPr>
        <p:spPr>
          <a:xfrm>
            <a:off x="960120" y="2880360"/>
            <a:ext cx="2743200" cy="457200"/>
          </a:xfrm>
          <a:prstGeom prst="rect">
            <a:avLst/>
          </a:prstGeom>
          <a:noFill/>
          <a:ln/>
        </p:spPr>
        <p:txBody>
          <a:bodyPr wrap="square" lIns="0" tIns="0" rIns="0" bIns="0" rtlCol="0" anchor="t"/>
          <a:lstStyle/>
          <a:p>
            <a:pPr marL="0" indent="0">
              <a:buNone/>
            </a:pPr>
            <a:r>
              <a:rPr lang="en-US" sz="2200" b="1">
                <a:solidFill>
                  <a:srgbClr val="FFFFFF"/>
                </a:solidFill>
                <a:latin typeface="IBM Plex Sans" pitchFamily="34" charset="0"/>
                <a:ea typeface="IBM Plex Sans" pitchFamily="34" charset="-122"/>
                <a:cs typeface="IBM Plex Sans" pitchFamily="34" charset="-120"/>
              </a:rPr>
              <a:t>copies</a:t>
            </a:r>
            <a:endParaRPr lang="en-US" sz="2200"/>
          </a:p>
        </p:txBody>
      </p:sp>
      <p:sp>
        <p:nvSpPr>
          <p:cNvPr id="6" name="rule3211"/>
          <p:cNvSpPr/>
          <p:nvPr/>
        </p:nvSpPr>
        <p:spPr>
          <a:xfrm>
            <a:off x="4297680" y="1371600"/>
            <a:ext cx="3566160" cy="2194560"/>
          </a:xfrm>
          <a:prstGeom prst="roundRect">
            <a:avLst>
              <a:gd name="adj" fmla="val 3333"/>
            </a:avLst>
          </a:prstGeom>
          <a:solidFill>
            <a:srgbClr val="4A5474"/>
          </a:solidFill>
          <a:ln/>
        </p:spPr>
      </p:sp>
      <p:sp>
        <p:nvSpPr>
          <p:cNvPr id="7" name="Text 5"/>
          <p:cNvSpPr txBox="1"/>
          <p:nvPr/>
        </p:nvSpPr>
        <p:spPr>
          <a:xfrm>
            <a:off x="4663440" y="1508760"/>
            <a:ext cx="1463040" cy="1371600"/>
          </a:xfrm>
          <a:prstGeom prst="rect">
            <a:avLst/>
          </a:prstGeom>
          <a:noFill/>
          <a:ln/>
        </p:spPr>
        <p:txBody>
          <a:bodyPr wrap="square" lIns="0" tIns="0" rIns="0" bIns="0" rtlCol="0" anchor="t"/>
          <a:lstStyle/>
          <a:p>
            <a:pPr marL="0" indent="0">
              <a:buNone/>
            </a:pPr>
            <a:r>
              <a:rPr lang="en-US" sz="9600" b="1">
                <a:solidFill>
                  <a:srgbClr val="F57574"/>
                </a:solidFill>
                <a:latin typeface="Space Grotesk" pitchFamily="34" charset="0"/>
                <a:ea typeface="Space Grotesk" pitchFamily="34" charset="-122"/>
                <a:cs typeface="Space Grotesk" pitchFamily="34" charset="-120"/>
              </a:rPr>
              <a:t>2</a:t>
            </a:r>
            <a:endParaRPr lang="en-US" sz="9600"/>
          </a:p>
        </p:txBody>
      </p:sp>
      <p:sp>
        <p:nvSpPr>
          <p:cNvPr id="8" name="Text 6"/>
          <p:cNvSpPr txBox="1"/>
          <p:nvPr/>
        </p:nvSpPr>
        <p:spPr>
          <a:xfrm>
            <a:off x="4709160" y="2880360"/>
            <a:ext cx="2743200" cy="457200"/>
          </a:xfrm>
          <a:prstGeom prst="rect">
            <a:avLst/>
          </a:prstGeom>
          <a:noFill/>
          <a:ln/>
        </p:spPr>
        <p:txBody>
          <a:bodyPr wrap="square" lIns="0" tIns="0" rIns="0" bIns="0" rtlCol="0" anchor="t"/>
          <a:lstStyle/>
          <a:p>
            <a:pPr marL="0" indent="0">
              <a:buNone/>
            </a:pPr>
            <a:r>
              <a:rPr lang="en-US" sz="2200" b="1">
                <a:solidFill>
                  <a:srgbClr val="FFFFFF"/>
                </a:solidFill>
                <a:latin typeface="IBM Plex Sans" pitchFamily="34" charset="0"/>
                <a:ea typeface="IBM Plex Sans" pitchFamily="34" charset="-122"/>
                <a:cs typeface="IBM Plex Sans" pitchFamily="34" charset="-120"/>
              </a:rPr>
              <a:t>media</a:t>
            </a:r>
            <a:endParaRPr lang="en-US" sz="2200"/>
          </a:p>
        </p:txBody>
      </p:sp>
      <p:sp>
        <p:nvSpPr>
          <p:cNvPr id="9" name="rule3212"/>
          <p:cNvSpPr/>
          <p:nvPr/>
        </p:nvSpPr>
        <p:spPr>
          <a:xfrm>
            <a:off x="8046720" y="1371600"/>
            <a:ext cx="3566160" cy="2194560"/>
          </a:xfrm>
          <a:prstGeom prst="roundRect">
            <a:avLst>
              <a:gd name="adj" fmla="val 3333"/>
            </a:avLst>
          </a:prstGeom>
          <a:solidFill>
            <a:srgbClr val="4A5474"/>
          </a:solidFill>
          <a:ln/>
        </p:spPr>
      </p:sp>
      <p:sp>
        <p:nvSpPr>
          <p:cNvPr id="10" name="Text 8"/>
          <p:cNvSpPr txBox="1"/>
          <p:nvPr/>
        </p:nvSpPr>
        <p:spPr>
          <a:xfrm>
            <a:off x="8412480" y="1508760"/>
            <a:ext cx="1463040" cy="1371600"/>
          </a:xfrm>
          <a:prstGeom prst="rect">
            <a:avLst/>
          </a:prstGeom>
          <a:noFill/>
          <a:ln/>
        </p:spPr>
        <p:txBody>
          <a:bodyPr wrap="square" lIns="0" tIns="0" rIns="0" bIns="0" rtlCol="0" anchor="t"/>
          <a:lstStyle/>
          <a:p>
            <a:pPr marL="0" indent="0">
              <a:buNone/>
            </a:pPr>
            <a:r>
              <a:rPr lang="en-US" sz="9600" b="1">
                <a:solidFill>
                  <a:srgbClr val="F57574"/>
                </a:solidFill>
                <a:latin typeface="Space Grotesk" pitchFamily="34" charset="0"/>
                <a:ea typeface="Space Grotesk" pitchFamily="34" charset="-122"/>
                <a:cs typeface="Space Grotesk" pitchFamily="34" charset="-120"/>
              </a:rPr>
              <a:t>1</a:t>
            </a:r>
            <a:endParaRPr lang="en-US" sz="9600"/>
          </a:p>
        </p:txBody>
      </p:sp>
      <p:sp>
        <p:nvSpPr>
          <p:cNvPr id="11" name="Text 9"/>
          <p:cNvSpPr txBox="1"/>
          <p:nvPr/>
        </p:nvSpPr>
        <p:spPr>
          <a:xfrm>
            <a:off x="8458200" y="2880360"/>
            <a:ext cx="2743200" cy="457200"/>
          </a:xfrm>
          <a:prstGeom prst="rect">
            <a:avLst/>
          </a:prstGeom>
          <a:noFill/>
          <a:ln/>
        </p:spPr>
        <p:txBody>
          <a:bodyPr wrap="square" lIns="0" tIns="0" rIns="0" bIns="0" rtlCol="0" anchor="t"/>
          <a:lstStyle/>
          <a:p>
            <a:pPr marL="0" indent="0">
              <a:buNone/>
            </a:pPr>
            <a:r>
              <a:rPr lang="en-US" sz="2200" b="1">
                <a:solidFill>
                  <a:srgbClr val="FFFFFF"/>
                </a:solidFill>
                <a:latin typeface="IBM Plex Sans" pitchFamily="34" charset="0"/>
                <a:ea typeface="IBM Plex Sans" pitchFamily="34" charset="-122"/>
                <a:cs typeface="IBM Plex Sans" pitchFamily="34" charset="-120"/>
              </a:rPr>
              <a:t>offsite</a:t>
            </a:r>
            <a:endParaRPr lang="en-US" sz="2200"/>
          </a:p>
        </p:txBody>
      </p:sp>
      <p:sp>
        <p:nvSpPr>
          <p:cNvPr id="12" name="Text 10"/>
          <p:cNvSpPr txBox="1"/>
          <p:nvPr/>
        </p:nvSpPr>
        <p:spPr>
          <a:xfrm>
            <a:off x="548640" y="3977640"/>
            <a:ext cx="3566160" cy="548640"/>
          </a:xfrm>
          <a:prstGeom prst="rect">
            <a:avLst/>
          </a:prstGeom>
          <a:noFill/>
          <a:ln/>
        </p:spPr>
        <p:txBody>
          <a:bodyPr wrap="square" lIns="0" tIns="0" rIns="0" bIns="0" rtlCol="0" anchor="t"/>
          <a:lstStyle/>
          <a:p>
            <a:pPr marL="0" indent="0">
              <a:buNone/>
            </a:pPr>
            <a:r>
              <a:rPr lang="en-US" sz="2400" b="1">
                <a:solidFill>
                  <a:srgbClr val="F57574"/>
                </a:solidFill>
                <a:latin typeface="IBM Plex Sans" pitchFamily="34" charset="0"/>
                <a:ea typeface="IBM Plex Sans" pitchFamily="34" charset="-122"/>
                <a:cs typeface="IBM Plex Sans" pitchFamily="34" charset="-120"/>
              </a:rPr>
              <a:t>Daily </a:t>
            </a:r>
            <a:r>
              <a:rPr lang="en-US" sz="2400">
                <a:solidFill>
                  <a:srgbClr val="FFFFFF"/>
                </a:solidFill>
                <a:latin typeface="IBM Plex Sans" pitchFamily="34" charset="0"/>
                <a:ea typeface="IBM Plex Sans" pitchFamily="34" charset="-122"/>
                <a:cs typeface="IBM Plex Sans" pitchFamily="34" charset="-120"/>
              </a:rPr>
              <a:t>incremental</a:t>
            </a:r>
            <a:endParaRPr lang="en-US" sz="2400"/>
          </a:p>
        </p:txBody>
      </p:sp>
      <p:sp>
        <p:nvSpPr>
          <p:cNvPr id="13" name="Text 11"/>
          <p:cNvSpPr txBox="1"/>
          <p:nvPr/>
        </p:nvSpPr>
        <p:spPr>
          <a:xfrm>
            <a:off x="4297680" y="3977640"/>
            <a:ext cx="3566160" cy="548640"/>
          </a:xfrm>
          <a:prstGeom prst="rect">
            <a:avLst/>
          </a:prstGeom>
          <a:noFill/>
          <a:ln/>
        </p:spPr>
        <p:txBody>
          <a:bodyPr wrap="square" lIns="0" tIns="0" rIns="0" bIns="0" rtlCol="0" anchor="t"/>
          <a:lstStyle/>
          <a:p>
            <a:pPr marL="0" indent="0">
              <a:buNone/>
            </a:pPr>
            <a:r>
              <a:rPr lang="en-US" sz="2400" b="1">
                <a:solidFill>
                  <a:srgbClr val="F57574"/>
                </a:solidFill>
                <a:latin typeface="IBM Plex Sans" pitchFamily="34" charset="0"/>
                <a:ea typeface="IBM Plex Sans" pitchFamily="34" charset="-122"/>
                <a:cs typeface="IBM Plex Sans" pitchFamily="34" charset="-120"/>
              </a:rPr>
              <a:t>Weekly </a:t>
            </a:r>
            <a:r>
              <a:rPr lang="en-US" sz="2400">
                <a:solidFill>
                  <a:srgbClr val="FFFFFF"/>
                </a:solidFill>
                <a:latin typeface="IBM Plex Sans" pitchFamily="34" charset="0"/>
                <a:ea typeface="IBM Plex Sans" pitchFamily="34" charset="-122"/>
                <a:cs typeface="IBM Plex Sans" pitchFamily="34" charset="-120"/>
              </a:rPr>
              <a:t>full</a:t>
            </a:r>
            <a:endParaRPr lang="en-US" sz="2400"/>
          </a:p>
        </p:txBody>
      </p:sp>
      <p:sp>
        <p:nvSpPr>
          <p:cNvPr id="14" name="Text 12"/>
          <p:cNvSpPr txBox="1"/>
          <p:nvPr/>
        </p:nvSpPr>
        <p:spPr>
          <a:xfrm>
            <a:off x="8046720" y="3977640"/>
            <a:ext cx="3566160" cy="548640"/>
          </a:xfrm>
          <a:prstGeom prst="rect">
            <a:avLst/>
          </a:prstGeom>
          <a:noFill/>
          <a:ln/>
        </p:spPr>
        <p:txBody>
          <a:bodyPr wrap="square" lIns="0" tIns="0" rIns="0" bIns="0" rtlCol="0" anchor="t"/>
          <a:lstStyle/>
          <a:p>
            <a:pPr marL="0" indent="0">
              <a:buNone/>
            </a:pPr>
            <a:r>
              <a:rPr lang="en-US" sz="2400" b="1">
                <a:solidFill>
                  <a:srgbClr val="F57574"/>
                </a:solidFill>
                <a:latin typeface="IBM Plex Sans" pitchFamily="34" charset="0"/>
                <a:ea typeface="IBM Plex Sans" pitchFamily="34" charset="-122"/>
                <a:cs typeface="IBM Plex Sans" pitchFamily="34" charset="-120"/>
              </a:rPr>
              <a:t>Monthly </a:t>
            </a:r>
            <a:r>
              <a:rPr lang="en-US" sz="2400">
                <a:solidFill>
                  <a:srgbClr val="FFFFFF"/>
                </a:solidFill>
                <a:latin typeface="IBM Plex Sans" pitchFamily="34" charset="0"/>
                <a:ea typeface="IBM Plex Sans" pitchFamily="34" charset="-122"/>
                <a:cs typeface="IBM Plex Sans" pitchFamily="34" charset="-120"/>
              </a:rPr>
              <a:t>archive</a:t>
            </a:r>
            <a:endParaRPr lang="en-US" sz="2400"/>
          </a:p>
        </p:txBody>
      </p:sp>
      <p:sp>
        <p:nvSpPr>
          <p:cNvPr id="15" name="sg0"/>
          <p:cNvSpPr/>
          <p:nvPr/>
        </p:nvSpPr>
        <p:spPr>
          <a:xfrm>
            <a:off x="548640" y="4937760"/>
            <a:ext cx="3566160" cy="777240"/>
          </a:xfrm>
          <a:prstGeom prst="roundRect">
            <a:avLst>
              <a:gd name="adj" fmla="val 9412"/>
            </a:avLst>
          </a:prstGeom>
          <a:solidFill>
            <a:srgbClr val="4A5474"/>
          </a:solidFill>
          <a:ln/>
        </p:spPr>
      </p:sp>
      <p:sp>
        <p:nvSpPr>
          <p:cNvPr id="16" name="Text 14"/>
          <p:cNvSpPr txBox="1"/>
          <p:nvPr/>
        </p:nvSpPr>
        <p:spPr>
          <a:xfrm>
            <a:off x="774579" y="4937760"/>
            <a:ext cx="3108960" cy="777240"/>
          </a:xfrm>
          <a:prstGeom prst="rect">
            <a:avLst/>
          </a:prstGeom>
          <a:noFill/>
          <a:ln/>
        </p:spPr>
        <p:txBody>
          <a:bodyPr wrap="square" lIns="0" tIns="0" rIns="0" bIns="0" rtlCol="0" anchor="ctr"/>
          <a:lstStyle/>
          <a:p>
            <a:pPr marL="0" indent="0">
              <a:buNone/>
            </a:pPr>
            <a:r>
              <a:rPr lang="en-US" sz="1900" b="1">
                <a:solidFill>
                  <a:srgbClr val="FFFFFF"/>
                </a:solidFill>
                <a:latin typeface="IBM Plex Sans" pitchFamily="34" charset="0"/>
                <a:ea typeface="IBM Plex Sans" pitchFamily="34" charset="-122"/>
                <a:cs typeface="IBM Plex Sans" pitchFamily="34" charset="-120"/>
              </a:rPr>
              <a:t>Encrypted</a:t>
            </a:r>
            <a:endParaRPr lang="en-US" sz="1900"/>
          </a:p>
        </p:txBody>
      </p:sp>
      <p:sp>
        <p:nvSpPr>
          <p:cNvPr id="17" name="sg1"/>
          <p:cNvSpPr/>
          <p:nvPr/>
        </p:nvSpPr>
        <p:spPr>
          <a:xfrm>
            <a:off x="4297680" y="4937760"/>
            <a:ext cx="3566160" cy="777240"/>
          </a:xfrm>
          <a:prstGeom prst="roundRect">
            <a:avLst>
              <a:gd name="adj" fmla="val 9412"/>
            </a:avLst>
          </a:prstGeom>
          <a:solidFill>
            <a:srgbClr val="4A5474"/>
          </a:solidFill>
          <a:ln/>
        </p:spPr>
      </p:sp>
      <p:sp>
        <p:nvSpPr>
          <p:cNvPr id="18" name="Text 16"/>
          <p:cNvSpPr txBox="1"/>
          <p:nvPr/>
        </p:nvSpPr>
        <p:spPr>
          <a:xfrm>
            <a:off x="4572000" y="4937760"/>
            <a:ext cx="3108960" cy="777240"/>
          </a:xfrm>
          <a:prstGeom prst="rect">
            <a:avLst/>
          </a:prstGeom>
          <a:noFill/>
          <a:ln/>
        </p:spPr>
        <p:txBody>
          <a:bodyPr wrap="square" lIns="0" tIns="0" rIns="0" bIns="0" rtlCol="0" anchor="ctr"/>
          <a:lstStyle/>
          <a:p>
            <a:pPr marL="0" indent="0">
              <a:buNone/>
            </a:pPr>
            <a:r>
              <a:rPr lang="en-US" sz="1900" b="1">
                <a:solidFill>
                  <a:srgbClr val="FFFFFF"/>
                </a:solidFill>
                <a:latin typeface="IBM Plex Sans" pitchFamily="34" charset="0"/>
                <a:ea typeface="IBM Plex Sans" pitchFamily="34" charset="-122"/>
                <a:cs typeface="IBM Plex Sans" pitchFamily="34" charset="-120"/>
              </a:rPr>
              <a:t>MFA protected</a:t>
            </a:r>
            <a:endParaRPr lang="en-US" sz="1900"/>
          </a:p>
        </p:txBody>
      </p:sp>
      <p:sp>
        <p:nvSpPr>
          <p:cNvPr id="19" name="sg2"/>
          <p:cNvSpPr/>
          <p:nvPr/>
        </p:nvSpPr>
        <p:spPr>
          <a:xfrm>
            <a:off x="8046720" y="4937760"/>
            <a:ext cx="3566160" cy="777240"/>
          </a:xfrm>
          <a:prstGeom prst="roundRect">
            <a:avLst>
              <a:gd name="adj" fmla="val 9412"/>
            </a:avLst>
          </a:prstGeom>
          <a:solidFill>
            <a:srgbClr val="4A5474"/>
          </a:solidFill>
          <a:ln/>
        </p:spPr>
      </p:sp>
      <p:sp>
        <p:nvSpPr>
          <p:cNvPr id="20" name="Text 18"/>
          <p:cNvSpPr txBox="1"/>
          <p:nvPr/>
        </p:nvSpPr>
        <p:spPr>
          <a:xfrm>
            <a:off x="8321040" y="4937760"/>
            <a:ext cx="3108960" cy="777240"/>
          </a:xfrm>
          <a:prstGeom prst="rect">
            <a:avLst/>
          </a:prstGeom>
          <a:noFill/>
          <a:ln/>
        </p:spPr>
        <p:txBody>
          <a:bodyPr wrap="square" lIns="0" tIns="0" rIns="0" bIns="0" rtlCol="0" anchor="ctr"/>
          <a:lstStyle/>
          <a:p>
            <a:pPr marL="0" indent="0">
              <a:buNone/>
            </a:pPr>
            <a:r>
              <a:rPr lang="en-US" sz="1900" b="1">
                <a:solidFill>
                  <a:srgbClr val="FFFFFF"/>
                </a:solidFill>
                <a:latin typeface="IBM Plex Sans" pitchFamily="34" charset="0"/>
                <a:ea typeface="IBM Plex Sans" pitchFamily="34" charset="-122"/>
                <a:cs typeface="IBM Plex Sans" pitchFamily="34" charset="-120"/>
              </a:rPr>
              <a:t>Tested monthly</a:t>
            </a:r>
            <a:endParaRPr lang="en-US" sz="190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B08AE7"/>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64240" cy="685800"/>
          </a:xfrm>
          <a:prstGeom prst="rect">
            <a:avLst/>
          </a:prstGeom>
          <a:noFill/>
          <a:ln/>
        </p:spPr>
        <p:txBody>
          <a:bodyPr wrap="square" lIns="0" tIns="0" rIns="0" bIns="0" rtlCol="0" anchor="t"/>
          <a:lstStyle/>
          <a:p>
            <a:pPr marL="0" indent="0" algn="l">
              <a:buNone/>
            </a:pPr>
            <a:r>
              <a:rPr lang="en-US" sz="3400" b="1">
                <a:solidFill>
                  <a:schemeClr val="tx1"/>
                </a:solidFill>
                <a:latin typeface="Space Grotesk" pitchFamily="34" charset="0"/>
                <a:ea typeface="Space Grotesk" pitchFamily="34" charset="-122"/>
                <a:cs typeface="Space Grotesk" pitchFamily="34" charset="-120"/>
              </a:rPr>
              <a:t>Security recommendations</a:t>
            </a:r>
            <a:endParaRPr lang="en-US" sz="3400"/>
          </a:p>
        </p:txBody>
      </p:sp>
      <p:sp>
        <p:nvSpPr>
          <p:cNvPr id="3" name="ctl0"/>
          <p:cNvSpPr/>
          <p:nvPr/>
        </p:nvSpPr>
        <p:spPr>
          <a:xfrm>
            <a:off x="548640" y="1463040"/>
            <a:ext cx="1691640" cy="2743200"/>
          </a:xfrm>
          <a:prstGeom prst="roundRect">
            <a:avLst>
              <a:gd name="adj" fmla="val 4324"/>
            </a:avLst>
          </a:prstGeom>
          <a:solidFill>
            <a:srgbClr val="FFFFFF"/>
          </a:solidFill>
          <a:ln w="9525">
            <a:solidFill>
              <a:srgbClr val="BBBFCB"/>
            </a:solidFill>
            <a:prstDash val="solid"/>
          </a:ln>
        </p:spPr>
      </p:sp>
      <p:sp>
        <p:nvSpPr>
          <p:cNvPr id="4" name="cbg0"/>
          <p:cNvSpPr/>
          <p:nvPr/>
        </p:nvSpPr>
        <p:spPr>
          <a:xfrm>
            <a:off x="1051560" y="1783080"/>
            <a:ext cx="685800" cy="685800"/>
          </a:xfrm>
          <a:prstGeom prst="ellipse">
            <a:avLst/>
          </a:prstGeom>
          <a:solidFill>
            <a:srgbClr val="F1D1D1"/>
          </a:solidFill>
          <a:ln/>
        </p:spPr>
      </p:sp>
      <p:pic>
        <p:nvPicPr>
          <p:cNvPr id="5" name="Image 0" descr="preencoded.png"/>
          <p:cNvPicPr>
            <a:picLocks noChangeAspect="1"/>
          </p:cNvPicPr>
          <p:nvPr/>
        </p:nvPicPr>
        <p:blipFill>
          <a:blip r:embed="rId3"/>
          <a:stretch>
            <a:fillRect/>
          </a:stretch>
        </p:blipFill>
        <p:spPr>
          <a:xfrm>
            <a:off x="1225296" y="1956816"/>
            <a:ext cx="338328" cy="338328"/>
          </a:xfrm>
          <a:prstGeom prst="rect">
            <a:avLst/>
          </a:prstGeom>
        </p:spPr>
      </p:pic>
      <p:sp>
        <p:nvSpPr>
          <p:cNvPr id="6" name="Text 3"/>
          <p:cNvSpPr txBox="1"/>
          <p:nvPr/>
        </p:nvSpPr>
        <p:spPr>
          <a:xfrm>
            <a:off x="640080" y="2697480"/>
            <a:ext cx="1508760" cy="457200"/>
          </a:xfrm>
          <a:prstGeom prst="rect">
            <a:avLst/>
          </a:prstGeom>
          <a:noFill/>
          <a:ln/>
        </p:spPr>
        <p:txBody>
          <a:bodyPr wrap="square" lIns="0" tIns="0" rIns="0" bIns="0" rtlCol="0" anchor="t"/>
          <a:lstStyle/>
          <a:p>
            <a:pPr marL="0" indent="0" algn="ctr">
              <a:buNone/>
            </a:pPr>
            <a:r>
              <a:rPr lang="en-US" sz="1900" b="1">
                <a:solidFill>
                  <a:srgbClr val="1D2951"/>
                </a:solidFill>
                <a:latin typeface="Space Grotesk" pitchFamily="34" charset="0"/>
                <a:ea typeface="Space Grotesk" pitchFamily="34" charset="-122"/>
                <a:cs typeface="Space Grotesk" pitchFamily="34" charset="-120"/>
              </a:rPr>
              <a:t>Passwords</a:t>
            </a:r>
            <a:endParaRPr lang="en-US" sz="1900"/>
          </a:p>
        </p:txBody>
      </p:sp>
      <p:sp>
        <p:nvSpPr>
          <p:cNvPr id="7" name="Text 4"/>
          <p:cNvSpPr txBox="1"/>
          <p:nvPr/>
        </p:nvSpPr>
        <p:spPr>
          <a:xfrm>
            <a:off x="685800" y="3246120"/>
            <a:ext cx="1417320" cy="731520"/>
          </a:xfrm>
          <a:prstGeom prst="rect">
            <a:avLst/>
          </a:prstGeom>
          <a:noFill/>
          <a:ln/>
        </p:spPr>
        <p:txBody>
          <a:bodyPr wrap="square" lIns="0" tIns="0" rIns="0" bIns="0" rtlCol="0" anchor="t"/>
          <a:lstStyle/>
          <a:p>
            <a:pPr marL="0" indent="0" algn="ctr">
              <a:buNone/>
            </a:pPr>
            <a:r>
              <a:rPr lang="en-US" sz="1500">
                <a:solidFill>
                  <a:srgbClr val="4A5474"/>
                </a:solidFill>
                <a:latin typeface="IBM Plex Sans" pitchFamily="34" charset="0"/>
                <a:ea typeface="IBM Plex Sans" pitchFamily="34" charset="-122"/>
                <a:cs typeface="IBM Plex Sans" pitchFamily="34" charset="-120"/>
              </a:rPr>
              <a:t>12+ characters</a:t>
            </a:r>
            <a:endParaRPr lang="en-US" sz="1500"/>
          </a:p>
        </p:txBody>
      </p:sp>
      <p:sp>
        <p:nvSpPr>
          <p:cNvPr id="8" name="ctl1"/>
          <p:cNvSpPr/>
          <p:nvPr/>
        </p:nvSpPr>
        <p:spPr>
          <a:xfrm>
            <a:off x="2423160" y="1463040"/>
            <a:ext cx="1691640" cy="2743200"/>
          </a:xfrm>
          <a:prstGeom prst="roundRect">
            <a:avLst>
              <a:gd name="adj" fmla="val 4324"/>
            </a:avLst>
          </a:prstGeom>
          <a:solidFill>
            <a:srgbClr val="FFFFFF"/>
          </a:solidFill>
          <a:ln w="9525">
            <a:solidFill>
              <a:srgbClr val="BBBFCB"/>
            </a:solidFill>
            <a:prstDash val="solid"/>
          </a:ln>
        </p:spPr>
      </p:sp>
      <p:sp>
        <p:nvSpPr>
          <p:cNvPr id="9" name="cbg1"/>
          <p:cNvSpPr/>
          <p:nvPr/>
        </p:nvSpPr>
        <p:spPr>
          <a:xfrm>
            <a:off x="2926080" y="1783080"/>
            <a:ext cx="685800" cy="685800"/>
          </a:xfrm>
          <a:prstGeom prst="ellipse">
            <a:avLst/>
          </a:prstGeom>
          <a:solidFill>
            <a:srgbClr val="F1D1D1"/>
          </a:solidFill>
          <a:ln/>
        </p:spPr>
      </p:sp>
      <p:pic>
        <p:nvPicPr>
          <p:cNvPr id="10" name="Image 1" descr="preencoded.png"/>
          <p:cNvPicPr>
            <a:picLocks noChangeAspect="1"/>
          </p:cNvPicPr>
          <p:nvPr/>
        </p:nvPicPr>
        <p:blipFill>
          <a:blip r:embed="rId4"/>
          <a:stretch>
            <a:fillRect/>
          </a:stretch>
        </p:blipFill>
        <p:spPr>
          <a:xfrm>
            <a:off x="3099816" y="1956816"/>
            <a:ext cx="338328" cy="338328"/>
          </a:xfrm>
          <a:prstGeom prst="rect">
            <a:avLst/>
          </a:prstGeom>
        </p:spPr>
      </p:pic>
      <p:sp>
        <p:nvSpPr>
          <p:cNvPr id="11" name="Text 7"/>
          <p:cNvSpPr txBox="1"/>
          <p:nvPr/>
        </p:nvSpPr>
        <p:spPr>
          <a:xfrm>
            <a:off x="2514600" y="2697480"/>
            <a:ext cx="1508760" cy="457200"/>
          </a:xfrm>
          <a:prstGeom prst="rect">
            <a:avLst/>
          </a:prstGeom>
          <a:noFill/>
          <a:ln/>
        </p:spPr>
        <p:txBody>
          <a:bodyPr wrap="square" lIns="0" tIns="0" rIns="0" bIns="0" rtlCol="0" anchor="t"/>
          <a:lstStyle/>
          <a:p>
            <a:pPr marL="0" indent="0" algn="ctr">
              <a:buNone/>
            </a:pPr>
            <a:r>
              <a:rPr lang="en-US" sz="1900" b="1">
                <a:solidFill>
                  <a:srgbClr val="1D2951"/>
                </a:solidFill>
                <a:latin typeface="Space Grotesk" pitchFamily="34" charset="0"/>
                <a:ea typeface="Space Grotesk" pitchFamily="34" charset="-122"/>
                <a:cs typeface="Space Grotesk" pitchFamily="34" charset="-120"/>
              </a:rPr>
              <a:t>MFA</a:t>
            </a:r>
            <a:endParaRPr lang="en-US" sz="1900"/>
          </a:p>
        </p:txBody>
      </p:sp>
      <p:sp>
        <p:nvSpPr>
          <p:cNvPr id="12" name="Text 8"/>
          <p:cNvSpPr txBox="1"/>
          <p:nvPr/>
        </p:nvSpPr>
        <p:spPr>
          <a:xfrm>
            <a:off x="2560320" y="3246120"/>
            <a:ext cx="1417320" cy="731520"/>
          </a:xfrm>
          <a:prstGeom prst="rect">
            <a:avLst/>
          </a:prstGeom>
          <a:noFill/>
          <a:ln/>
        </p:spPr>
        <p:txBody>
          <a:bodyPr wrap="square" lIns="0" tIns="0" rIns="0" bIns="0" rtlCol="0" anchor="t"/>
          <a:lstStyle/>
          <a:p>
            <a:pPr marL="0" indent="0" algn="ctr">
              <a:buNone/>
            </a:pPr>
            <a:r>
              <a:rPr lang="en-US" sz="1500">
                <a:solidFill>
                  <a:srgbClr val="4A5474"/>
                </a:solidFill>
                <a:latin typeface="IBM Plex Sans" pitchFamily="34" charset="0"/>
                <a:ea typeface="IBM Plex Sans" pitchFamily="34" charset="-122"/>
                <a:cs typeface="IBM Plex Sans" pitchFamily="34" charset="-120"/>
              </a:rPr>
              <a:t>Everywhere it matters</a:t>
            </a:r>
            <a:endParaRPr lang="en-US" sz="1500"/>
          </a:p>
        </p:txBody>
      </p:sp>
      <p:sp>
        <p:nvSpPr>
          <p:cNvPr id="13" name="ctl2"/>
          <p:cNvSpPr/>
          <p:nvPr/>
        </p:nvSpPr>
        <p:spPr>
          <a:xfrm>
            <a:off x="4297680" y="1463040"/>
            <a:ext cx="1691640" cy="2743200"/>
          </a:xfrm>
          <a:prstGeom prst="roundRect">
            <a:avLst>
              <a:gd name="adj" fmla="val 4324"/>
            </a:avLst>
          </a:prstGeom>
          <a:solidFill>
            <a:srgbClr val="FFFFFF"/>
          </a:solidFill>
          <a:ln w="9525">
            <a:solidFill>
              <a:srgbClr val="BBBFCB"/>
            </a:solidFill>
            <a:prstDash val="solid"/>
          </a:ln>
        </p:spPr>
      </p:sp>
      <p:sp>
        <p:nvSpPr>
          <p:cNvPr id="14" name="cbg2"/>
          <p:cNvSpPr/>
          <p:nvPr/>
        </p:nvSpPr>
        <p:spPr>
          <a:xfrm>
            <a:off x="4800600" y="1783080"/>
            <a:ext cx="685800" cy="685800"/>
          </a:xfrm>
          <a:prstGeom prst="ellipse">
            <a:avLst/>
          </a:prstGeom>
          <a:solidFill>
            <a:srgbClr val="F1D1D1"/>
          </a:solidFill>
          <a:ln/>
        </p:spPr>
      </p:sp>
      <p:pic>
        <p:nvPicPr>
          <p:cNvPr id="15" name="Image 2" descr="preencoded.png"/>
          <p:cNvPicPr>
            <a:picLocks noChangeAspect="1"/>
          </p:cNvPicPr>
          <p:nvPr/>
        </p:nvPicPr>
        <p:blipFill>
          <a:blip r:embed="rId5"/>
          <a:stretch>
            <a:fillRect/>
          </a:stretch>
        </p:blipFill>
        <p:spPr>
          <a:xfrm>
            <a:off x="4974336" y="1956816"/>
            <a:ext cx="338328" cy="338328"/>
          </a:xfrm>
          <a:prstGeom prst="rect">
            <a:avLst/>
          </a:prstGeom>
        </p:spPr>
      </p:pic>
      <p:sp>
        <p:nvSpPr>
          <p:cNvPr id="16" name="Text 11"/>
          <p:cNvSpPr txBox="1"/>
          <p:nvPr/>
        </p:nvSpPr>
        <p:spPr>
          <a:xfrm>
            <a:off x="4389120" y="2697480"/>
            <a:ext cx="1508760" cy="457200"/>
          </a:xfrm>
          <a:prstGeom prst="rect">
            <a:avLst/>
          </a:prstGeom>
          <a:noFill/>
          <a:ln/>
        </p:spPr>
        <p:txBody>
          <a:bodyPr wrap="square" lIns="0" tIns="0" rIns="0" bIns="0" rtlCol="0" anchor="t"/>
          <a:lstStyle/>
          <a:p>
            <a:pPr marL="0" indent="0" algn="ctr">
              <a:buNone/>
            </a:pPr>
            <a:r>
              <a:rPr lang="en-US" sz="1900" b="1">
                <a:solidFill>
                  <a:srgbClr val="1D2951"/>
                </a:solidFill>
                <a:latin typeface="Space Grotesk" pitchFamily="34" charset="0"/>
                <a:ea typeface="Space Grotesk" pitchFamily="34" charset="-122"/>
                <a:cs typeface="Space Grotesk" pitchFamily="34" charset="-120"/>
              </a:rPr>
              <a:t>Encryption</a:t>
            </a:r>
            <a:endParaRPr lang="en-US" sz="1900"/>
          </a:p>
        </p:txBody>
      </p:sp>
      <p:sp>
        <p:nvSpPr>
          <p:cNvPr id="17" name="Text 12"/>
          <p:cNvSpPr txBox="1"/>
          <p:nvPr/>
        </p:nvSpPr>
        <p:spPr>
          <a:xfrm>
            <a:off x="4434840" y="3246120"/>
            <a:ext cx="1417320" cy="731520"/>
          </a:xfrm>
          <a:prstGeom prst="rect">
            <a:avLst/>
          </a:prstGeom>
          <a:noFill/>
          <a:ln/>
        </p:spPr>
        <p:txBody>
          <a:bodyPr wrap="square" lIns="0" tIns="0" rIns="0" bIns="0" rtlCol="0" anchor="t"/>
          <a:lstStyle/>
          <a:p>
            <a:pPr marL="0" indent="0" algn="ctr">
              <a:buNone/>
            </a:pPr>
            <a:r>
              <a:rPr lang="en-US" sz="1500">
                <a:solidFill>
                  <a:srgbClr val="4A5474"/>
                </a:solidFill>
                <a:latin typeface="IBM Plex Sans" pitchFamily="34" charset="0"/>
                <a:ea typeface="IBM Plex Sans" pitchFamily="34" charset="-122"/>
                <a:cs typeface="IBM Plex Sans" pitchFamily="34" charset="-120"/>
              </a:rPr>
              <a:t>Full-disk</a:t>
            </a:r>
            <a:endParaRPr lang="en-US" sz="1500"/>
          </a:p>
        </p:txBody>
      </p:sp>
      <p:sp>
        <p:nvSpPr>
          <p:cNvPr id="18" name="ctl3"/>
          <p:cNvSpPr/>
          <p:nvPr/>
        </p:nvSpPr>
        <p:spPr>
          <a:xfrm>
            <a:off x="6172200" y="1463040"/>
            <a:ext cx="1691640" cy="2743200"/>
          </a:xfrm>
          <a:prstGeom prst="roundRect">
            <a:avLst>
              <a:gd name="adj" fmla="val 4324"/>
            </a:avLst>
          </a:prstGeom>
          <a:solidFill>
            <a:srgbClr val="FFFFFF"/>
          </a:solidFill>
          <a:ln w="9525">
            <a:solidFill>
              <a:srgbClr val="BBBFCB"/>
            </a:solidFill>
            <a:prstDash val="solid"/>
          </a:ln>
        </p:spPr>
      </p:sp>
      <p:sp>
        <p:nvSpPr>
          <p:cNvPr id="19" name="cbg3"/>
          <p:cNvSpPr/>
          <p:nvPr/>
        </p:nvSpPr>
        <p:spPr>
          <a:xfrm>
            <a:off x="6675120" y="1783080"/>
            <a:ext cx="685800" cy="685800"/>
          </a:xfrm>
          <a:prstGeom prst="ellipse">
            <a:avLst/>
          </a:prstGeom>
          <a:solidFill>
            <a:srgbClr val="F1D1D1"/>
          </a:solidFill>
          <a:ln/>
        </p:spPr>
      </p:sp>
      <p:pic>
        <p:nvPicPr>
          <p:cNvPr id="20" name="Image 3" descr="preencoded.png"/>
          <p:cNvPicPr>
            <a:picLocks noChangeAspect="1"/>
          </p:cNvPicPr>
          <p:nvPr/>
        </p:nvPicPr>
        <p:blipFill>
          <a:blip r:embed="rId6"/>
          <a:stretch>
            <a:fillRect/>
          </a:stretch>
        </p:blipFill>
        <p:spPr>
          <a:xfrm>
            <a:off x="6848856" y="1956816"/>
            <a:ext cx="338328" cy="338328"/>
          </a:xfrm>
          <a:prstGeom prst="rect">
            <a:avLst/>
          </a:prstGeom>
        </p:spPr>
      </p:pic>
      <p:sp>
        <p:nvSpPr>
          <p:cNvPr id="21" name="Text 15"/>
          <p:cNvSpPr txBox="1"/>
          <p:nvPr/>
        </p:nvSpPr>
        <p:spPr>
          <a:xfrm>
            <a:off x="6263640" y="2697480"/>
            <a:ext cx="1508760" cy="457200"/>
          </a:xfrm>
          <a:prstGeom prst="rect">
            <a:avLst/>
          </a:prstGeom>
          <a:noFill/>
          <a:ln/>
        </p:spPr>
        <p:txBody>
          <a:bodyPr wrap="square" lIns="0" tIns="0" rIns="0" bIns="0" rtlCol="0" anchor="t"/>
          <a:lstStyle/>
          <a:p>
            <a:pPr marL="0" indent="0" algn="ctr">
              <a:buNone/>
            </a:pPr>
            <a:r>
              <a:rPr lang="en-US" sz="1900" b="1">
                <a:solidFill>
                  <a:srgbClr val="1D2951"/>
                </a:solidFill>
                <a:latin typeface="Space Grotesk" pitchFamily="34" charset="0"/>
                <a:ea typeface="Space Grotesk" pitchFamily="34" charset="-122"/>
                <a:cs typeface="Space Grotesk" pitchFamily="34" charset="-120"/>
              </a:rPr>
              <a:t>EDR</a:t>
            </a:r>
            <a:endParaRPr lang="en-US" sz="1900"/>
          </a:p>
        </p:txBody>
      </p:sp>
      <p:sp>
        <p:nvSpPr>
          <p:cNvPr id="22" name="Text 16"/>
          <p:cNvSpPr txBox="1"/>
          <p:nvPr/>
        </p:nvSpPr>
        <p:spPr>
          <a:xfrm>
            <a:off x="6309360" y="3246120"/>
            <a:ext cx="1417320" cy="731520"/>
          </a:xfrm>
          <a:prstGeom prst="rect">
            <a:avLst/>
          </a:prstGeom>
          <a:noFill/>
          <a:ln/>
        </p:spPr>
        <p:txBody>
          <a:bodyPr wrap="square" lIns="0" tIns="0" rIns="0" bIns="0" rtlCol="0" anchor="t"/>
          <a:lstStyle/>
          <a:p>
            <a:pPr marL="0" indent="0" algn="ctr">
              <a:buNone/>
            </a:pPr>
            <a:r>
              <a:rPr lang="en-US" sz="1500">
                <a:solidFill>
                  <a:srgbClr val="4A5474"/>
                </a:solidFill>
                <a:latin typeface="IBM Plex Sans" pitchFamily="34" charset="0"/>
                <a:ea typeface="IBM Plex Sans" pitchFamily="34" charset="-122"/>
                <a:cs typeface="IBM Plex Sans" pitchFamily="34" charset="-120"/>
              </a:rPr>
              <a:t>Always on</a:t>
            </a:r>
            <a:endParaRPr lang="en-US" sz="1500"/>
          </a:p>
        </p:txBody>
      </p:sp>
      <p:sp>
        <p:nvSpPr>
          <p:cNvPr id="23" name="ctl4"/>
          <p:cNvSpPr/>
          <p:nvPr/>
        </p:nvSpPr>
        <p:spPr>
          <a:xfrm>
            <a:off x="8046720" y="1463040"/>
            <a:ext cx="1691640" cy="2743200"/>
          </a:xfrm>
          <a:prstGeom prst="roundRect">
            <a:avLst>
              <a:gd name="adj" fmla="val 4324"/>
            </a:avLst>
          </a:prstGeom>
          <a:solidFill>
            <a:srgbClr val="FFFFFF"/>
          </a:solidFill>
          <a:ln w="9525">
            <a:solidFill>
              <a:srgbClr val="BBBFCB"/>
            </a:solidFill>
            <a:prstDash val="solid"/>
          </a:ln>
        </p:spPr>
      </p:sp>
      <p:sp>
        <p:nvSpPr>
          <p:cNvPr id="24" name="cbg4"/>
          <p:cNvSpPr/>
          <p:nvPr/>
        </p:nvSpPr>
        <p:spPr>
          <a:xfrm>
            <a:off x="8549640" y="1783080"/>
            <a:ext cx="685800" cy="685800"/>
          </a:xfrm>
          <a:prstGeom prst="ellipse">
            <a:avLst/>
          </a:prstGeom>
          <a:solidFill>
            <a:srgbClr val="F1D1D1"/>
          </a:solidFill>
          <a:ln/>
        </p:spPr>
      </p:sp>
      <p:pic>
        <p:nvPicPr>
          <p:cNvPr id="25" name="Image 4" descr="preencoded.png"/>
          <p:cNvPicPr>
            <a:picLocks noChangeAspect="1"/>
          </p:cNvPicPr>
          <p:nvPr/>
        </p:nvPicPr>
        <p:blipFill>
          <a:blip r:embed="rId7"/>
          <a:stretch>
            <a:fillRect/>
          </a:stretch>
        </p:blipFill>
        <p:spPr>
          <a:xfrm>
            <a:off x="8723376" y="1956816"/>
            <a:ext cx="338328" cy="338328"/>
          </a:xfrm>
          <a:prstGeom prst="rect">
            <a:avLst/>
          </a:prstGeom>
        </p:spPr>
      </p:pic>
      <p:sp>
        <p:nvSpPr>
          <p:cNvPr id="26" name="Text 19"/>
          <p:cNvSpPr txBox="1"/>
          <p:nvPr/>
        </p:nvSpPr>
        <p:spPr>
          <a:xfrm>
            <a:off x="8138160" y="2697480"/>
            <a:ext cx="1508760" cy="457200"/>
          </a:xfrm>
          <a:prstGeom prst="rect">
            <a:avLst/>
          </a:prstGeom>
          <a:noFill/>
          <a:ln/>
        </p:spPr>
        <p:txBody>
          <a:bodyPr wrap="square" lIns="0" tIns="0" rIns="0" bIns="0" rtlCol="0" anchor="t"/>
          <a:lstStyle/>
          <a:p>
            <a:pPr marL="0" indent="0" algn="ctr">
              <a:buNone/>
            </a:pPr>
            <a:r>
              <a:rPr lang="en-US" sz="1900" b="1">
                <a:solidFill>
                  <a:srgbClr val="1D2951"/>
                </a:solidFill>
                <a:latin typeface="Space Grotesk" pitchFamily="34" charset="0"/>
                <a:ea typeface="Space Grotesk" pitchFamily="34" charset="-122"/>
                <a:cs typeface="Space Grotesk" pitchFamily="34" charset="-120"/>
              </a:rPr>
              <a:t>Patching</a:t>
            </a:r>
            <a:endParaRPr lang="en-US" sz="1900"/>
          </a:p>
        </p:txBody>
      </p:sp>
      <p:sp>
        <p:nvSpPr>
          <p:cNvPr id="27" name="Text 20"/>
          <p:cNvSpPr txBox="1"/>
          <p:nvPr/>
        </p:nvSpPr>
        <p:spPr>
          <a:xfrm>
            <a:off x="8183880" y="3246120"/>
            <a:ext cx="1417320" cy="731520"/>
          </a:xfrm>
          <a:prstGeom prst="rect">
            <a:avLst/>
          </a:prstGeom>
          <a:noFill/>
          <a:ln/>
        </p:spPr>
        <p:txBody>
          <a:bodyPr wrap="square" lIns="0" tIns="0" rIns="0" bIns="0" rtlCol="0" anchor="t"/>
          <a:lstStyle/>
          <a:p>
            <a:pPr marL="0" indent="0" algn="ctr">
              <a:buNone/>
            </a:pPr>
            <a:r>
              <a:rPr lang="en-US" sz="1500">
                <a:solidFill>
                  <a:srgbClr val="4A5474"/>
                </a:solidFill>
                <a:latin typeface="IBM Plex Sans" pitchFamily="34" charset="0"/>
                <a:ea typeface="IBM Plex Sans" pitchFamily="34" charset="-122"/>
                <a:cs typeface="IBM Plex Sans" pitchFamily="34" charset="-120"/>
              </a:rPr>
              <a:t>Monthly</a:t>
            </a:r>
            <a:endParaRPr lang="en-US" sz="1500"/>
          </a:p>
        </p:txBody>
      </p:sp>
      <p:sp>
        <p:nvSpPr>
          <p:cNvPr id="28" name="ctl5"/>
          <p:cNvSpPr/>
          <p:nvPr/>
        </p:nvSpPr>
        <p:spPr>
          <a:xfrm>
            <a:off x="9921240" y="1463040"/>
            <a:ext cx="1691640" cy="2743200"/>
          </a:xfrm>
          <a:prstGeom prst="roundRect">
            <a:avLst>
              <a:gd name="adj" fmla="val 4324"/>
            </a:avLst>
          </a:prstGeom>
          <a:solidFill>
            <a:srgbClr val="FFFFFF"/>
          </a:solidFill>
          <a:ln w="9525">
            <a:solidFill>
              <a:srgbClr val="BBBFCB"/>
            </a:solidFill>
            <a:prstDash val="solid"/>
          </a:ln>
        </p:spPr>
      </p:sp>
      <p:sp>
        <p:nvSpPr>
          <p:cNvPr id="29" name="cbg5"/>
          <p:cNvSpPr/>
          <p:nvPr/>
        </p:nvSpPr>
        <p:spPr>
          <a:xfrm>
            <a:off x="10424160" y="1783080"/>
            <a:ext cx="685800" cy="685800"/>
          </a:xfrm>
          <a:prstGeom prst="ellipse">
            <a:avLst/>
          </a:prstGeom>
          <a:solidFill>
            <a:srgbClr val="F1D1D1"/>
          </a:solidFill>
          <a:ln/>
        </p:spPr>
      </p:sp>
      <p:pic>
        <p:nvPicPr>
          <p:cNvPr id="30" name="Image 5" descr="preencoded.png"/>
          <p:cNvPicPr>
            <a:picLocks noChangeAspect="1"/>
          </p:cNvPicPr>
          <p:nvPr/>
        </p:nvPicPr>
        <p:blipFill>
          <a:blip r:embed="rId8"/>
          <a:stretch>
            <a:fillRect/>
          </a:stretch>
        </p:blipFill>
        <p:spPr>
          <a:xfrm>
            <a:off x="10597896" y="1956816"/>
            <a:ext cx="338328" cy="338328"/>
          </a:xfrm>
          <a:prstGeom prst="rect">
            <a:avLst/>
          </a:prstGeom>
        </p:spPr>
      </p:pic>
      <p:sp>
        <p:nvSpPr>
          <p:cNvPr id="31" name="Text 23"/>
          <p:cNvSpPr txBox="1"/>
          <p:nvPr/>
        </p:nvSpPr>
        <p:spPr>
          <a:xfrm>
            <a:off x="10012680" y="2697480"/>
            <a:ext cx="1508760" cy="457200"/>
          </a:xfrm>
          <a:prstGeom prst="rect">
            <a:avLst/>
          </a:prstGeom>
          <a:noFill/>
          <a:ln/>
        </p:spPr>
        <p:txBody>
          <a:bodyPr wrap="square" lIns="0" tIns="0" rIns="0" bIns="0" rtlCol="0" anchor="t"/>
          <a:lstStyle/>
          <a:p>
            <a:pPr marL="0" indent="0" algn="ctr">
              <a:buNone/>
            </a:pPr>
            <a:r>
              <a:rPr lang="en-US" sz="1900" b="1">
                <a:solidFill>
                  <a:srgbClr val="1D2951"/>
                </a:solidFill>
                <a:latin typeface="Space Grotesk" pitchFamily="34" charset="0"/>
                <a:ea typeface="Space Grotesk" pitchFamily="34" charset="-122"/>
                <a:cs typeface="Space Grotesk" pitchFamily="34" charset="-120"/>
              </a:rPr>
              <a:t>Awareness</a:t>
            </a:r>
            <a:endParaRPr lang="en-US" sz="1900"/>
          </a:p>
        </p:txBody>
      </p:sp>
      <p:sp>
        <p:nvSpPr>
          <p:cNvPr id="32" name="Text 24"/>
          <p:cNvSpPr txBox="1"/>
          <p:nvPr/>
        </p:nvSpPr>
        <p:spPr>
          <a:xfrm>
            <a:off x="10058400" y="3246120"/>
            <a:ext cx="1417320" cy="731520"/>
          </a:xfrm>
          <a:prstGeom prst="rect">
            <a:avLst/>
          </a:prstGeom>
          <a:noFill/>
          <a:ln/>
        </p:spPr>
        <p:txBody>
          <a:bodyPr wrap="square" lIns="0" tIns="0" rIns="0" bIns="0" rtlCol="0" anchor="t"/>
          <a:lstStyle/>
          <a:p>
            <a:pPr marL="0" indent="0" algn="ctr">
              <a:buNone/>
            </a:pPr>
            <a:r>
              <a:rPr lang="en-US" sz="1500">
                <a:solidFill>
                  <a:srgbClr val="4A5474"/>
                </a:solidFill>
                <a:latin typeface="IBM Plex Sans" pitchFamily="34" charset="0"/>
                <a:ea typeface="IBM Plex Sans" pitchFamily="34" charset="-122"/>
                <a:cs typeface="IBM Plex Sans" pitchFamily="34" charset="-120"/>
              </a:rPr>
              <a:t>Phishing training</a:t>
            </a:r>
            <a:endParaRPr lang="en-US" sz="1500"/>
          </a:p>
        </p:txBody>
      </p:sp>
      <p:sp>
        <p:nvSpPr>
          <p:cNvPr id="33" name="Text 25"/>
          <p:cNvSpPr txBox="1"/>
          <p:nvPr/>
        </p:nvSpPr>
        <p:spPr>
          <a:xfrm>
            <a:off x="548640" y="4754880"/>
            <a:ext cx="3657600" cy="274320"/>
          </a:xfrm>
          <a:prstGeom prst="rect">
            <a:avLst/>
          </a:prstGeom>
          <a:noFill/>
          <a:ln/>
        </p:spPr>
        <p:txBody>
          <a:bodyPr wrap="square" lIns="0" tIns="0" rIns="0" bIns="0" rtlCol="0" anchor="t"/>
          <a:lstStyle/>
          <a:p>
            <a:pPr marL="0" indent="0">
              <a:buNone/>
            </a:pPr>
            <a:r>
              <a:rPr lang="en-US" sz="1300" b="1" kern="0" spc="200">
                <a:solidFill>
                  <a:srgbClr val="F57574"/>
                </a:solidFill>
                <a:latin typeface="IBM Plex Sans" pitchFamily="34" charset="0"/>
                <a:ea typeface="IBM Plex Sans" pitchFamily="34" charset="-122"/>
                <a:cs typeface="IBM Plex Sans" pitchFamily="34" charset="-120"/>
              </a:rPr>
              <a:t>INCIDENT RESPONSE</a:t>
            </a:r>
            <a:endParaRPr lang="en-US" sz="1300"/>
          </a:p>
        </p:txBody>
      </p:sp>
      <p:sp>
        <p:nvSpPr>
          <p:cNvPr id="34" name="ir0"/>
          <p:cNvSpPr/>
          <p:nvPr/>
        </p:nvSpPr>
        <p:spPr>
          <a:xfrm>
            <a:off x="548640" y="5120640"/>
            <a:ext cx="1901952" cy="685800"/>
          </a:xfrm>
          <a:prstGeom prst="homePlate">
            <a:avLst/>
          </a:prstGeom>
          <a:solidFill>
            <a:srgbClr val="1D2951"/>
          </a:solidFill>
          <a:ln/>
        </p:spPr>
      </p:sp>
      <p:sp>
        <p:nvSpPr>
          <p:cNvPr id="35" name="Text 27"/>
          <p:cNvSpPr txBox="1"/>
          <p:nvPr/>
        </p:nvSpPr>
        <p:spPr>
          <a:xfrm>
            <a:off x="594360" y="5120640"/>
            <a:ext cx="1581912" cy="685800"/>
          </a:xfrm>
          <a:prstGeom prst="rect">
            <a:avLst/>
          </a:prstGeom>
          <a:noFill/>
          <a:ln/>
        </p:spPr>
        <p:txBody>
          <a:bodyPr wrap="square" lIns="0" tIns="0" rIns="0" bIns="0" rtlCol="0" anchor="ctr"/>
          <a:lstStyle/>
          <a:p>
            <a:pPr marL="0" indent="0" algn="ctr">
              <a:buNone/>
            </a:pPr>
            <a:r>
              <a:rPr lang="en-US" sz="1600" b="1">
                <a:solidFill>
                  <a:srgbClr val="FFFFFF"/>
                </a:solidFill>
                <a:latin typeface="IBM Plex Sans" pitchFamily="34" charset="0"/>
                <a:ea typeface="IBM Plex Sans" pitchFamily="34" charset="-122"/>
                <a:cs typeface="IBM Plex Sans" pitchFamily="34" charset="-120"/>
              </a:rPr>
              <a:t>Detect</a:t>
            </a:r>
            <a:endParaRPr lang="en-US" sz="1600"/>
          </a:p>
        </p:txBody>
      </p:sp>
      <p:sp>
        <p:nvSpPr>
          <p:cNvPr id="36" name="ir1"/>
          <p:cNvSpPr/>
          <p:nvPr/>
        </p:nvSpPr>
        <p:spPr>
          <a:xfrm>
            <a:off x="2382012" y="5120640"/>
            <a:ext cx="1901952" cy="685800"/>
          </a:xfrm>
          <a:prstGeom prst="chevron">
            <a:avLst/>
          </a:prstGeom>
          <a:solidFill>
            <a:srgbClr val="4A5474"/>
          </a:solidFill>
          <a:ln/>
        </p:spPr>
      </p:sp>
      <p:sp>
        <p:nvSpPr>
          <p:cNvPr id="37" name="Text 29"/>
          <p:cNvSpPr txBox="1"/>
          <p:nvPr/>
        </p:nvSpPr>
        <p:spPr>
          <a:xfrm>
            <a:off x="2610612" y="5120640"/>
            <a:ext cx="1581912" cy="685800"/>
          </a:xfrm>
          <a:prstGeom prst="rect">
            <a:avLst/>
          </a:prstGeom>
          <a:noFill/>
          <a:ln/>
        </p:spPr>
        <p:txBody>
          <a:bodyPr wrap="square" lIns="0" tIns="0" rIns="0" bIns="0" rtlCol="0" anchor="ctr"/>
          <a:lstStyle/>
          <a:p>
            <a:pPr marL="0" indent="0" algn="ctr">
              <a:buNone/>
            </a:pPr>
            <a:r>
              <a:rPr lang="en-US" sz="1600" b="1">
                <a:solidFill>
                  <a:srgbClr val="FFFFFF"/>
                </a:solidFill>
                <a:latin typeface="IBM Plex Sans" pitchFamily="34" charset="0"/>
                <a:ea typeface="IBM Plex Sans" pitchFamily="34" charset="-122"/>
                <a:cs typeface="IBM Plex Sans" pitchFamily="34" charset="-120"/>
              </a:rPr>
              <a:t>Report</a:t>
            </a:r>
            <a:endParaRPr lang="en-US" sz="1600"/>
          </a:p>
        </p:txBody>
      </p:sp>
      <p:sp>
        <p:nvSpPr>
          <p:cNvPr id="38" name="ir2"/>
          <p:cNvSpPr/>
          <p:nvPr/>
        </p:nvSpPr>
        <p:spPr>
          <a:xfrm>
            <a:off x="4215384" y="5120640"/>
            <a:ext cx="1901952" cy="685800"/>
          </a:xfrm>
          <a:prstGeom prst="chevron">
            <a:avLst/>
          </a:prstGeom>
          <a:solidFill>
            <a:srgbClr val="1D2951"/>
          </a:solidFill>
          <a:ln/>
        </p:spPr>
      </p:sp>
      <p:sp>
        <p:nvSpPr>
          <p:cNvPr id="39" name="Text 31"/>
          <p:cNvSpPr txBox="1"/>
          <p:nvPr/>
        </p:nvSpPr>
        <p:spPr>
          <a:xfrm>
            <a:off x="4443984" y="5120640"/>
            <a:ext cx="1581912" cy="685800"/>
          </a:xfrm>
          <a:prstGeom prst="rect">
            <a:avLst/>
          </a:prstGeom>
          <a:noFill/>
          <a:ln/>
        </p:spPr>
        <p:txBody>
          <a:bodyPr wrap="square" lIns="0" tIns="0" rIns="0" bIns="0" rtlCol="0" anchor="ctr"/>
          <a:lstStyle/>
          <a:p>
            <a:pPr marL="0" indent="0" algn="ctr">
              <a:buNone/>
            </a:pPr>
            <a:r>
              <a:rPr lang="en-US" sz="1600" b="1">
                <a:solidFill>
                  <a:srgbClr val="FFFFFF"/>
                </a:solidFill>
                <a:latin typeface="IBM Plex Sans" pitchFamily="34" charset="0"/>
                <a:ea typeface="IBM Plex Sans" pitchFamily="34" charset="-122"/>
                <a:cs typeface="IBM Plex Sans" pitchFamily="34" charset="-120"/>
              </a:rPr>
              <a:t>Contain</a:t>
            </a:r>
            <a:endParaRPr lang="en-US" sz="1600"/>
          </a:p>
        </p:txBody>
      </p:sp>
      <p:sp>
        <p:nvSpPr>
          <p:cNvPr id="40" name="ir3"/>
          <p:cNvSpPr/>
          <p:nvPr/>
        </p:nvSpPr>
        <p:spPr>
          <a:xfrm>
            <a:off x="6048756" y="5120640"/>
            <a:ext cx="1901952" cy="685800"/>
          </a:xfrm>
          <a:prstGeom prst="chevron">
            <a:avLst/>
          </a:prstGeom>
          <a:solidFill>
            <a:srgbClr val="4A5474"/>
          </a:solidFill>
          <a:ln/>
        </p:spPr>
      </p:sp>
      <p:sp>
        <p:nvSpPr>
          <p:cNvPr id="41" name="Text 33"/>
          <p:cNvSpPr txBox="1"/>
          <p:nvPr/>
        </p:nvSpPr>
        <p:spPr>
          <a:xfrm>
            <a:off x="6277356" y="5120640"/>
            <a:ext cx="1581912" cy="685800"/>
          </a:xfrm>
          <a:prstGeom prst="rect">
            <a:avLst/>
          </a:prstGeom>
          <a:noFill/>
          <a:ln/>
        </p:spPr>
        <p:txBody>
          <a:bodyPr wrap="square" lIns="0" tIns="0" rIns="0" bIns="0" rtlCol="0" anchor="ctr"/>
          <a:lstStyle/>
          <a:p>
            <a:pPr marL="0" indent="0" algn="ctr">
              <a:buNone/>
            </a:pPr>
            <a:r>
              <a:rPr lang="en-US" sz="1600" b="1">
                <a:solidFill>
                  <a:srgbClr val="FFFFFF"/>
                </a:solidFill>
                <a:latin typeface="IBM Plex Sans" pitchFamily="34" charset="0"/>
                <a:ea typeface="IBM Plex Sans" pitchFamily="34" charset="-122"/>
                <a:cs typeface="IBM Plex Sans" pitchFamily="34" charset="-120"/>
              </a:rPr>
              <a:t>Eradicate</a:t>
            </a:r>
            <a:endParaRPr lang="en-US" sz="1600"/>
          </a:p>
        </p:txBody>
      </p:sp>
      <p:sp>
        <p:nvSpPr>
          <p:cNvPr id="42" name="ir4"/>
          <p:cNvSpPr/>
          <p:nvPr/>
        </p:nvSpPr>
        <p:spPr>
          <a:xfrm>
            <a:off x="7882128" y="5120640"/>
            <a:ext cx="1901952" cy="685800"/>
          </a:xfrm>
          <a:prstGeom prst="chevron">
            <a:avLst/>
          </a:prstGeom>
          <a:solidFill>
            <a:srgbClr val="1D2951"/>
          </a:solidFill>
          <a:ln/>
        </p:spPr>
      </p:sp>
      <p:sp>
        <p:nvSpPr>
          <p:cNvPr id="43" name="Text 35"/>
          <p:cNvSpPr txBox="1"/>
          <p:nvPr/>
        </p:nvSpPr>
        <p:spPr>
          <a:xfrm>
            <a:off x="8110728" y="5120640"/>
            <a:ext cx="1581912" cy="685800"/>
          </a:xfrm>
          <a:prstGeom prst="rect">
            <a:avLst/>
          </a:prstGeom>
          <a:noFill/>
          <a:ln/>
        </p:spPr>
        <p:txBody>
          <a:bodyPr wrap="square" lIns="0" tIns="0" rIns="0" bIns="0" rtlCol="0" anchor="ctr"/>
          <a:lstStyle/>
          <a:p>
            <a:pPr marL="0" indent="0" algn="ctr">
              <a:buNone/>
            </a:pPr>
            <a:r>
              <a:rPr lang="en-US" sz="1600" b="1">
                <a:solidFill>
                  <a:srgbClr val="FFFFFF"/>
                </a:solidFill>
                <a:latin typeface="IBM Plex Sans" pitchFamily="34" charset="0"/>
                <a:ea typeface="IBM Plex Sans" pitchFamily="34" charset="-122"/>
                <a:cs typeface="IBM Plex Sans" pitchFamily="34" charset="-120"/>
              </a:rPr>
              <a:t>Recover</a:t>
            </a:r>
            <a:endParaRPr lang="en-US" sz="1600"/>
          </a:p>
        </p:txBody>
      </p:sp>
      <p:sp>
        <p:nvSpPr>
          <p:cNvPr id="44" name="ir5"/>
          <p:cNvSpPr/>
          <p:nvPr/>
        </p:nvSpPr>
        <p:spPr>
          <a:xfrm>
            <a:off x="9715500" y="5120640"/>
            <a:ext cx="1901952" cy="685800"/>
          </a:xfrm>
          <a:prstGeom prst="chevron">
            <a:avLst/>
          </a:prstGeom>
          <a:solidFill>
            <a:srgbClr val="4A5474"/>
          </a:solidFill>
          <a:ln/>
        </p:spPr>
      </p:sp>
      <p:sp>
        <p:nvSpPr>
          <p:cNvPr id="45" name="Text 37"/>
          <p:cNvSpPr txBox="1"/>
          <p:nvPr/>
        </p:nvSpPr>
        <p:spPr>
          <a:xfrm>
            <a:off x="9944100" y="5120640"/>
            <a:ext cx="1581912" cy="685800"/>
          </a:xfrm>
          <a:prstGeom prst="rect">
            <a:avLst/>
          </a:prstGeom>
          <a:noFill/>
          <a:ln/>
        </p:spPr>
        <p:txBody>
          <a:bodyPr wrap="square" lIns="0" tIns="0" rIns="0" bIns="0" rtlCol="0" anchor="ctr"/>
          <a:lstStyle/>
          <a:p>
            <a:pPr marL="0" indent="0" algn="ctr">
              <a:buNone/>
            </a:pPr>
            <a:r>
              <a:rPr lang="en-US" sz="1600" b="1">
                <a:solidFill>
                  <a:srgbClr val="FFFFFF"/>
                </a:solidFill>
                <a:latin typeface="IBM Plex Sans" pitchFamily="34" charset="0"/>
                <a:ea typeface="IBM Plex Sans" pitchFamily="34" charset="-122"/>
                <a:cs typeface="IBM Plex Sans" pitchFamily="34" charset="-120"/>
              </a:rPr>
              <a:t>Learn</a:t>
            </a:r>
            <a:endParaRPr lang="en-US" sz="1600"/>
          </a:p>
        </p:txBody>
      </p:sp>
      <p:sp>
        <p:nvSpPr>
          <p:cNvPr id="46"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4A5474"/>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64240" cy="685800"/>
          </a:xfrm>
          <a:prstGeom prst="rect">
            <a:avLst/>
          </a:prstGeom>
          <a:noFill/>
          <a:ln/>
        </p:spPr>
        <p:txBody>
          <a:bodyPr wrap="square" lIns="0" tIns="0" rIns="0" bIns="0" rtlCol="0" anchor="t"/>
          <a:lstStyle/>
          <a:p>
            <a:pPr marL="0" indent="0" algn="l">
              <a:buNone/>
            </a:pPr>
            <a:r>
              <a:rPr lang="en-US" sz="3400" b="1">
                <a:solidFill>
                  <a:schemeClr val="tx1"/>
                </a:solidFill>
                <a:latin typeface="Space Grotesk" pitchFamily="34" charset="0"/>
                <a:ea typeface="Space Grotesk" pitchFamily="34" charset="-122"/>
                <a:cs typeface="Space Grotesk" pitchFamily="34" charset="-120"/>
              </a:rPr>
              <a:t>Troubleshooting: simple things first</a:t>
            </a:r>
            <a:endParaRPr lang="en-US" sz="3400"/>
          </a:p>
        </p:txBody>
      </p:sp>
      <p:sp>
        <p:nvSpPr>
          <p:cNvPr id="3" name="ts0"/>
          <p:cNvSpPr/>
          <p:nvPr/>
        </p:nvSpPr>
        <p:spPr>
          <a:xfrm>
            <a:off x="548640" y="1417320"/>
            <a:ext cx="3566160" cy="3657600"/>
          </a:xfrm>
          <a:prstGeom prst="roundRect">
            <a:avLst>
              <a:gd name="adj" fmla="val 2051"/>
            </a:avLst>
          </a:prstGeom>
          <a:solidFill>
            <a:srgbClr val="FFFFFF"/>
          </a:solidFill>
          <a:ln w="9525">
            <a:solidFill>
              <a:srgbClr val="BBBFCB"/>
            </a:solidFill>
            <a:prstDash val="solid"/>
          </a:ln>
        </p:spPr>
      </p:sp>
      <p:pic>
        <p:nvPicPr>
          <p:cNvPr id="4" name="Image 0" descr="preencoded.png"/>
          <p:cNvPicPr>
            <a:picLocks noChangeAspect="1"/>
          </p:cNvPicPr>
          <p:nvPr/>
        </p:nvPicPr>
        <p:blipFill>
          <a:blip r:embed="rId3"/>
          <a:stretch>
            <a:fillRect/>
          </a:stretch>
        </p:blipFill>
        <p:spPr>
          <a:xfrm>
            <a:off x="868680" y="1764792"/>
            <a:ext cx="411480" cy="411480"/>
          </a:xfrm>
          <a:prstGeom prst="rect">
            <a:avLst/>
          </a:prstGeom>
        </p:spPr>
      </p:pic>
      <p:sp>
        <p:nvSpPr>
          <p:cNvPr id="5" name="Text 2"/>
          <p:cNvSpPr txBox="1"/>
          <p:nvPr/>
        </p:nvSpPr>
        <p:spPr>
          <a:xfrm>
            <a:off x="1463040" y="1691640"/>
            <a:ext cx="2468880" cy="548640"/>
          </a:xfrm>
          <a:prstGeom prst="rect">
            <a:avLst/>
          </a:prstGeom>
          <a:noFill/>
          <a:ln/>
        </p:spPr>
        <p:txBody>
          <a:bodyPr wrap="square" lIns="0" tIns="0" rIns="0" bIns="0" rtlCol="0" anchor="ctr"/>
          <a:lstStyle/>
          <a:p>
            <a:pPr marL="0" indent="0">
              <a:buNone/>
            </a:pPr>
            <a:r>
              <a:rPr lang="en-US" sz="2200" b="1">
                <a:solidFill>
                  <a:srgbClr val="1D2951"/>
                </a:solidFill>
                <a:latin typeface="Space Grotesk" pitchFamily="34" charset="0"/>
                <a:ea typeface="Space Grotesk" pitchFamily="34" charset="-122"/>
                <a:cs typeface="Space Grotesk" pitchFamily="34" charset="-120"/>
              </a:rPr>
              <a:t>No power</a:t>
            </a:r>
            <a:endParaRPr lang="en-US" sz="2200"/>
          </a:p>
        </p:txBody>
      </p:sp>
      <p:sp>
        <p:nvSpPr>
          <p:cNvPr id="6" name="n00"/>
          <p:cNvSpPr/>
          <p:nvPr/>
        </p:nvSpPr>
        <p:spPr>
          <a:xfrm>
            <a:off x="868680" y="2606040"/>
            <a:ext cx="457200" cy="457200"/>
          </a:xfrm>
          <a:prstGeom prst="ellipse">
            <a:avLst/>
          </a:prstGeom>
          <a:solidFill>
            <a:srgbClr val="1D2951"/>
          </a:solidFill>
          <a:ln/>
        </p:spPr>
      </p:sp>
      <p:sp>
        <p:nvSpPr>
          <p:cNvPr id="7" name="Text 4"/>
          <p:cNvSpPr txBox="1"/>
          <p:nvPr/>
        </p:nvSpPr>
        <p:spPr>
          <a:xfrm>
            <a:off x="868680" y="2606040"/>
            <a:ext cx="457200" cy="457200"/>
          </a:xfrm>
          <a:prstGeom prst="rect">
            <a:avLst/>
          </a:prstGeom>
          <a:noFill/>
          <a:ln/>
        </p:spPr>
        <p:txBody>
          <a:bodyPr wrap="square" lIns="0" tIns="0" rIns="0" bIns="0" rtlCol="0" anchor="ctr"/>
          <a:lstStyle/>
          <a:p>
            <a:pPr marL="0" indent="0" algn="ctr">
              <a:buNone/>
            </a:pPr>
            <a:r>
              <a:rPr lang="en-US" sz="1500" b="1">
                <a:solidFill>
                  <a:srgbClr val="FFFFFF"/>
                </a:solidFill>
                <a:latin typeface="IBM Plex Sans" pitchFamily="34" charset="0"/>
                <a:ea typeface="IBM Plex Sans" pitchFamily="34" charset="-122"/>
                <a:cs typeface="IBM Plex Sans" pitchFamily="34" charset="-120"/>
              </a:rPr>
              <a:t>1</a:t>
            </a:r>
            <a:endParaRPr lang="en-US" sz="1500"/>
          </a:p>
        </p:txBody>
      </p:sp>
      <p:sp>
        <p:nvSpPr>
          <p:cNvPr id="8" name="Text 5"/>
          <p:cNvSpPr txBox="1"/>
          <p:nvPr/>
        </p:nvSpPr>
        <p:spPr>
          <a:xfrm>
            <a:off x="1508760" y="2560320"/>
            <a:ext cx="2377440" cy="548640"/>
          </a:xfrm>
          <a:prstGeom prst="rect">
            <a:avLst/>
          </a:prstGeom>
          <a:noFill/>
          <a:ln/>
        </p:spPr>
        <p:txBody>
          <a:bodyPr wrap="square" lIns="0" tIns="0" rIns="0" bIns="0" rtlCol="0" anchor="ctr"/>
          <a:lstStyle/>
          <a:p>
            <a:pPr marL="0" indent="0">
              <a:buNone/>
            </a:pPr>
            <a:r>
              <a:rPr lang="en-US" sz="1900">
                <a:solidFill>
                  <a:srgbClr val="1D2951"/>
                </a:solidFill>
                <a:latin typeface="IBM Plex Sans" pitchFamily="34" charset="0"/>
                <a:ea typeface="IBM Plex Sans" pitchFamily="34" charset="-122"/>
                <a:cs typeface="IBM Plex Sans" pitchFamily="34" charset="-120"/>
              </a:rPr>
              <a:t>Power &amp; UPS</a:t>
            </a:r>
            <a:endParaRPr lang="en-US" sz="1900"/>
          </a:p>
        </p:txBody>
      </p:sp>
      <p:sp>
        <p:nvSpPr>
          <p:cNvPr id="9" name="n01"/>
          <p:cNvSpPr/>
          <p:nvPr/>
        </p:nvSpPr>
        <p:spPr>
          <a:xfrm>
            <a:off x="868680" y="3383280"/>
            <a:ext cx="457200" cy="457200"/>
          </a:xfrm>
          <a:prstGeom prst="ellipse">
            <a:avLst/>
          </a:prstGeom>
          <a:solidFill>
            <a:srgbClr val="1D2951"/>
          </a:solidFill>
          <a:ln/>
        </p:spPr>
      </p:sp>
      <p:sp>
        <p:nvSpPr>
          <p:cNvPr id="10" name="Text 7"/>
          <p:cNvSpPr txBox="1"/>
          <p:nvPr/>
        </p:nvSpPr>
        <p:spPr>
          <a:xfrm>
            <a:off x="868680" y="3383280"/>
            <a:ext cx="457200" cy="457200"/>
          </a:xfrm>
          <a:prstGeom prst="rect">
            <a:avLst/>
          </a:prstGeom>
          <a:noFill/>
          <a:ln/>
        </p:spPr>
        <p:txBody>
          <a:bodyPr wrap="square" lIns="0" tIns="0" rIns="0" bIns="0" rtlCol="0" anchor="ctr"/>
          <a:lstStyle/>
          <a:p>
            <a:pPr marL="0" indent="0" algn="ctr">
              <a:buNone/>
            </a:pPr>
            <a:r>
              <a:rPr lang="en-US" sz="1500" b="1">
                <a:solidFill>
                  <a:srgbClr val="FFFFFF"/>
                </a:solidFill>
                <a:latin typeface="IBM Plex Sans" pitchFamily="34" charset="0"/>
                <a:ea typeface="IBM Plex Sans" pitchFamily="34" charset="-122"/>
                <a:cs typeface="IBM Plex Sans" pitchFamily="34" charset="-120"/>
              </a:rPr>
              <a:t>2</a:t>
            </a:r>
            <a:endParaRPr lang="en-US" sz="1500"/>
          </a:p>
        </p:txBody>
      </p:sp>
      <p:sp>
        <p:nvSpPr>
          <p:cNvPr id="11" name="Text 8"/>
          <p:cNvSpPr txBox="1"/>
          <p:nvPr/>
        </p:nvSpPr>
        <p:spPr>
          <a:xfrm>
            <a:off x="1508760" y="3337560"/>
            <a:ext cx="2377440" cy="548640"/>
          </a:xfrm>
          <a:prstGeom prst="rect">
            <a:avLst/>
          </a:prstGeom>
          <a:noFill/>
          <a:ln/>
        </p:spPr>
        <p:txBody>
          <a:bodyPr wrap="square" lIns="0" tIns="0" rIns="0" bIns="0" rtlCol="0" anchor="ctr"/>
          <a:lstStyle/>
          <a:p>
            <a:pPr marL="0" indent="0">
              <a:buNone/>
            </a:pPr>
            <a:r>
              <a:rPr lang="en-US" sz="1900">
                <a:solidFill>
                  <a:srgbClr val="1D2951"/>
                </a:solidFill>
                <a:latin typeface="IBM Plex Sans" pitchFamily="34" charset="0"/>
                <a:ea typeface="IBM Plex Sans" pitchFamily="34" charset="-122"/>
                <a:cs typeface="IBM Plex Sans" pitchFamily="34" charset="-120"/>
              </a:rPr>
              <a:t>Cable</a:t>
            </a:r>
            <a:endParaRPr lang="en-US" sz="1900"/>
          </a:p>
        </p:txBody>
      </p:sp>
      <p:sp>
        <p:nvSpPr>
          <p:cNvPr id="12" name="n02"/>
          <p:cNvSpPr/>
          <p:nvPr/>
        </p:nvSpPr>
        <p:spPr>
          <a:xfrm>
            <a:off x="868680" y="4160520"/>
            <a:ext cx="457200" cy="457200"/>
          </a:xfrm>
          <a:prstGeom prst="ellipse">
            <a:avLst/>
          </a:prstGeom>
          <a:solidFill>
            <a:srgbClr val="1D2951"/>
          </a:solidFill>
          <a:ln/>
        </p:spPr>
      </p:sp>
      <p:sp>
        <p:nvSpPr>
          <p:cNvPr id="13" name="Text 10"/>
          <p:cNvSpPr txBox="1"/>
          <p:nvPr/>
        </p:nvSpPr>
        <p:spPr>
          <a:xfrm>
            <a:off x="868680" y="4160520"/>
            <a:ext cx="457200" cy="457200"/>
          </a:xfrm>
          <a:prstGeom prst="rect">
            <a:avLst/>
          </a:prstGeom>
          <a:noFill/>
          <a:ln/>
        </p:spPr>
        <p:txBody>
          <a:bodyPr wrap="square" lIns="0" tIns="0" rIns="0" bIns="0" rtlCol="0" anchor="ctr"/>
          <a:lstStyle/>
          <a:p>
            <a:pPr marL="0" indent="0" algn="ctr">
              <a:buNone/>
            </a:pPr>
            <a:r>
              <a:rPr lang="en-US" sz="1500" b="1">
                <a:solidFill>
                  <a:srgbClr val="FFFFFF"/>
                </a:solidFill>
                <a:latin typeface="IBM Plex Sans" pitchFamily="34" charset="0"/>
                <a:ea typeface="IBM Plex Sans" pitchFamily="34" charset="-122"/>
                <a:cs typeface="IBM Plex Sans" pitchFamily="34" charset="-120"/>
              </a:rPr>
              <a:t>3</a:t>
            </a:r>
            <a:endParaRPr lang="en-US" sz="1500"/>
          </a:p>
        </p:txBody>
      </p:sp>
      <p:sp>
        <p:nvSpPr>
          <p:cNvPr id="14" name="Text 11"/>
          <p:cNvSpPr txBox="1"/>
          <p:nvPr/>
        </p:nvSpPr>
        <p:spPr>
          <a:xfrm>
            <a:off x="1508760" y="4114800"/>
            <a:ext cx="2377440" cy="548640"/>
          </a:xfrm>
          <a:prstGeom prst="rect">
            <a:avLst/>
          </a:prstGeom>
          <a:noFill/>
          <a:ln/>
        </p:spPr>
        <p:txBody>
          <a:bodyPr wrap="square" lIns="0" tIns="0" rIns="0" bIns="0" rtlCol="0" anchor="ctr"/>
          <a:lstStyle/>
          <a:p>
            <a:pPr marL="0" indent="0">
              <a:buNone/>
            </a:pPr>
            <a:r>
              <a:rPr lang="en-US" sz="1900">
                <a:solidFill>
                  <a:srgbClr val="1D2951"/>
                </a:solidFill>
                <a:latin typeface="IBM Plex Sans" pitchFamily="34" charset="0"/>
                <a:ea typeface="IBM Plex Sans" pitchFamily="34" charset="-122"/>
                <a:cs typeface="IBM Plex Sans" pitchFamily="34" charset="-120"/>
              </a:rPr>
              <a:t>Lights / fan</a:t>
            </a:r>
            <a:endParaRPr lang="en-US" sz="1900"/>
          </a:p>
        </p:txBody>
      </p:sp>
      <p:sp>
        <p:nvSpPr>
          <p:cNvPr id="15" name="ts1"/>
          <p:cNvSpPr/>
          <p:nvPr/>
        </p:nvSpPr>
        <p:spPr>
          <a:xfrm>
            <a:off x="4297680" y="1417320"/>
            <a:ext cx="3566160" cy="3657600"/>
          </a:xfrm>
          <a:prstGeom prst="roundRect">
            <a:avLst>
              <a:gd name="adj" fmla="val 2051"/>
            </a:avLst>
          </a:prstGeom>
          <a:solidFill>
            <a:srgbClr val="FFFFFF"/>
          </a:solidFill>
          <a:ln w="9525">
            <a:solidFill>
              <a:srgbClr val="BBBFCB"/>
            </a:solidFill>
            <a:prstDash val="solid"/>
          </a:ln>
        </p:spPr>
      </p:sp>
      <p:pic>
        <p:nvPicPr>
          <p:cNvPr id="16" name="Image 1" descr="preencoded.png"/>
          <p:cNvPicPr>
            <a:picLocks noChangeAspect="1"/>
          </p:cNvPicPr>
          <p:nvPr/>
        </p:nvPicPr>
        <p:blipFill>
          <a:blip r:embed="rId4"/>
          <a:stretch>
            <a:fillRect/>
          </a:stretch>
        </p:blipFill>
        <p:spPr>
          <a:xfrm>
            <a:off x="4617720" y="1764792"/>
            <a:ext cx="411480" cy="411480"/>
          </a:xfrm>
          <a:prstGeom prst="rect">
            <a:avLst/>
          </a:prstGeom>
        </p:spPr>
      </p:pic>
      <p:sp>
        <p:nvSpPr>
          <p:cNvPr id="17" name="Text 13"/>
          <p:cNvSpPr txBox="1"/>
          <p:nvPr/>
        </p:nvSpPr>
        <p:spPr>
          <a:xfrm>
            <a:off x="5212080" y="1691640"/>
            <a:ext cx="2468880" cy="548640"/>
          </a:xfrm>
          <a:prstGeom prst="rect">
            <a:avLst/>
          </a:prstGeom>
          <a:noFill/>
          <a:ln/>
        </p:spPr>
        <p:txBody>
          <a:bodyPr wrap="square" lIns="0" tIns="0" rIns="0" bIns="0" rtlCol="0" anchor="ctr"/>
          <a:lstStyle/>
          <a:p>
            <a:pPr marL="0" indent="0">
              <a:buNone/>
            </a:pPr>
            <a:r>
              <a:rPr lang="en-US" sz="2200" b="1">
                <a:solidFill>
                  <a:srgbClr val="1D2951"/>
                </a:solidFill>
                <a:latin typeface="Space Grotesk" pitchFamily="34" charset="0"/>
                <a:ea typeface="Space Grotesk" pitchFamily="34" charset="-122"/>
                <a:cs typeface="Space Grotesk" pitchFamily="34" charset="-120"/>
              </a:rPr>
              <a:t>No internet</a:t>
            </a:r>
            <a:endParaRPr lang="en-US" sz="2200"/>
          </a:p>
        </p:txBody>
      </p:sp>
      <p:sp>
        <p:nvSpPr>
          <p:cNvPr id="18" name="n10"/>
          <p:cNvSpPr/>
          <p:nvPr/>
        </p:nvSpPr>
        <p:spPr>
          <a:xfrm>
            <a:off x="4617720" y="2606040"/>
            <a:ext cx="457200" cy="457200"/>
          </a:xfrm>
          <a:prstGeom prst="ellipse">
            <a:avLst/>
          </a:prstGeom>
          <a:solidFill>
            <a:srgbClr val="1D2951"/>
          </a:solidFill>
          <a:ln/>
        </p:spPr>
      </p:sp>
      <p:sp>
        <p:nvSpPr>
          <p:cNvPr id="19" name="Text 15"/>
          <p:cNvSpPr txBox="1"/>
          <p:nvPr/>
        </p:nvSpPr>
        <p:spPr>
          <a:xfrm>
            <a:off x="4617720" y="2606040"/>
            <a:ext cx="457200" cy="457200"/>
          </a:xfrm>
          <a:prstGeom prst="rect">
            <a:avLst/>
          </a:prstGeom>
          <a:noFill/>
          <a:ln/>
        </p:spPr>
        <p:txBody>
          <a:bodyPr wrap="square" lIns="0" tIns="0" rIns="0" bIns="0" rtlCol="0" anchor="ctr"/>
          <a:lstStyle/>
          <a:p>
            <a:pPr marL="0" indent="0" algn="ctr">
              <a:buNone/>
            </a:pPr>
            <a:r>
              <a:rPr lang="en-US" sz="1500" b="1">
                <a:solidFill>
                  <a:srgbClr val="FFFFFF"/>
                </a:solidFill>
                <a:latin typeface="IBM Plex Sans" pitchFamily="34" charset="0"/>
                <a:ea typeface="IBM Plex Sans" pitchFamily="34" charset="-122"/>
                <a:cs typeface="IBM Plex Sans" pitchFamily="34" charset="-120"/>
              </a:rPr>
              <a:t>1</a:t>
            </a:r>
            <a:endParaRPr lang="en-US" sz="1500"/>
          </a:p>
        </p:txBody>
      </p:sp>
      <p:sp>
        <p:nvSpPr>
          <p:cNvPr id="20" name="Text 16"/>
          <p:cNvSpPr txBox="1"/>
          <p:nvPr/>
        </p:nvSpPr>
        <p:spPr>
          <a:xfrm>
            <a:off x="5257800" y="2560320"/>
            <a:ext cx="2377440" cy="548640"/>
          </a:xfrm>
          <a:prstGeom prst="rect">
            <a:avLst/>
          </a:prstGeom>
          <a:noFill/>
          <a:ln/>
        </p:spPr>
        <p:txBody>
          <a:bodyPr wrap="square" lIns="0" tIns="0" rIns="0" bIns="0" rtlCol="0" anchor="ctr"/>
          <a:lstStyle/>
          <a:p>
            <a:pPr marL="0" indent="0">
              <a:buNone/>
            </a:pPr>
            <a:r>
              <a:rPr lang="en-US" sz="1900">
                <a:solidFill>
                  <a:srgbClr val="1D2951"/>
                </a:solidFill>
                <a:latin typeface="IBM Plex Sans" pitchFamily="34" charset="0"/>
                <a:ea typeface="IBM Plex Sans" pitchFamily="34" charset="-122"/>
                <a:cs typeface="IBM Plex Sans" pitchFamily="34" charset="-120"/>
              </a:rPr>
              <a:t>Cable / Wi-Fi</a:t>
            </a:r>
            <a:endParaRPr lang="en-US" sz="1900"/>
          </a:p>
        </p:txBody>
      </p:sp>
      <p:sp>
        <p:nvSpPr>
          <p:cNvPr id="21" name="n11"/>
          <p:cNvSpPr/>
          <p:nvPr/>
        </p:nvSpPr>
        <p:spPr>
          <a:xfrm>
            <a:off x="4617720" y="3383280"/>
            <a:ext cx="457200" cy="457200"/>
          </a:xfrm>
          <a:prstGeom prst="ellipse">
            <a:avLst/>
          </a:prstGeom>
          <a:solidFill>
            <a:srgbClr val="1D2951"/>
          </a:solidFill>
          <a:ln/>
        </p:spPr>
      </p:sp>
      <p:sp>
        <p:nvSpPr>
          <p:cNvPr id="22" name="Text 18"/>
          <p:cNvSpPr txBox="1"/>
          <p:nvPr/>
        </p:nvSpPr>
        <p:spPr>
          <a:xfrm>
            <a:off x="4617720" y="3383280"/>
            <a:ext cx="457200" cy="457200"/>
          </a:xfrm>
          <a:prstGeom prst="rect">
            <a:avLst/>
          </a:prstGeom>
          <a:noFill/>
          <a:ln/>
        </p:spPr>
        <p:txBody>
          <a:bodyPr wrap="square" lIns="0" tIns="0" rIns="0" bIns="0" rtlCol="0" anchor="ctr"/>
          <a:lstStyle/>
          <a:p>
            <a:pPr marL="0" indent="0" algn="ctr">
              <a:buNone/>
            </a:pPr>
            <a:r>
              <a:rPr lang="en-US" sz="1500" b="1">
                <a:solidFill>
                  <a:srgbClr val="FFFFFF"/>
                </a:solidFill>
                <a:latin typeface="IBM Plex Sans" pitchFamily="34" charset="0"/>
                <a:ea typeface="IBM Plex Sans" pitchFamily="34" charset="-122"/>
                <a:cs typeface="IBM Plex Sans" pitchFamily="34" charset="-120"/>
              </a:rPr>
              <a:t>2</a:t>
            </a:r>
            <a:endParaRPr lang="en-US" sz="1500"/>
          </a:p>
        </p:txBody>
      </p:sp>
      <p:sp>
        <p:nvSpPr>
          <p:cNvPr id="23" name="Text 19"/>
          <p:cNvSpPr txBox="1"/>
          <p:nvPr/>
        </p:nvSpPr>
        <p:spPr>
          <a:xfrm>
            <a:off x="5257800" y="3337560"/>
            <a:ext cx="2377440" cy="548640"/>
          </a:xfrm>
          <a:prstGeom prst="rect">
            <a:avLst/>
          </a:prstGeom>
          <a:noFill/>
          <a:ln/>
        </p:spPr>
        <p:txBody>
          <a:bodyPr wrap="square" lIns="0" tIns="0" rIns="0" bIns="0" rtlCol="0" anchor="ctr"/>
          <a:lstStyle/>
          <a:p>
            <a:pPr marL="0" indent="0">
              <a:buNone/>
            </a:pPr>
            <a:r>
              <a:rPr lang="en-US" sz="1900">
                <a:solidFill>
                  <a:srgbClr val="1D2951"/>
                </a:solidFill>
                <a:latin typeface="IBM Plex Sans" pitchFamily="34" charset="0"/>
                <a:ea typeface="IBM Plex Sans" pitchFamily="34" charset="-122"/>
                <a:cs typeface="IBM Plex Sans" pitchFamily="34" charset="-120"/>
              </a:rPr>
              <a:t>IP settings</a:t>
            </a:r>
            <a:endParaRPr lang="en-US" sz="1900"/>
          </a:p>
        </p:txBody>
      </p:sp>
      <p:sp>
        <p:nvSpPr>
          <p:cNvPr id="24" name="n12"/>
          <p:cNvSpPr/>
          <p:nvPr/>
        </p:nvSpPr>
        <p:spPr>
          <a:xfrm>
            <a:off x="4617720" y="4160520"/>
            <a:ext cx="457200" cy="457200"/>
          </a:xfrm>
          <a:prstGeom prst="ellipse">
            <a:avLst/>
          </a:prstGeom>
          <a:solidFill>
            <a:srgbClr val="1D2951"/>
          </a:solidFill>
          <a:ln/>
        </p:spPr>
      </p:sp>
      <p:sp>
        <p:nvSpPr>
          <p:cNvPr id="25" name="Text 21"/>
          <p:cNvSpPr txBox="1"/>
          <p:nvPr/>
        </p:nvSpPr>
        <p:spPr>
          <a:xfrm>
            <a:off x="4617720" y="4160520"/>
            <a:ext cx="457200" cy="457200"/>
          </a:xfrm>
          <a:prstGeom prst="rect">
            <a:avLst/>
          </a:prstGeom>
          <a:noFill/>
          <a:ln/>
        </p:spPr>
        <p:txBody>
          <a:bodyPr wrap="square" lIns="0" tIns="0" rIns="0" bIns="0" rtlCol="0" anchor="ctr"/>
          <a:lstStyle/>
          <a:p>
            <a:pPr marL="0" indent="0" algn="ctr">
              <a:buNone/>
            </a:pPr>
            <a:r>
              <a:rPr lang="en-US" sz="1500" b="1">
                <a:solidFill>
                  <a:srgbClr val="FFFFFF"/>
                </a:solidFill>
                <a:latin typeface="IBM Plex Sans" pitchFamily="34" charset="0"/>
                <a:ea typeface="IBM Plex Sans" pitchFamily="34" charset="-122"/>
                <a:cs typeface="IBM Plex Sans" pitchFamily="34" charset="-120"/>
              </a:rPr>
              <a:t>3</a:t>
            </a:r>
            <a:endParaRPr lang="en-US" sz="1500"/>
          </a:p>
        </p:txBody>
      </p:sp>
      <p:sp>
        <p:nvSpPr>
          <p:cNvPr id="26" name="Text 22"/>
          <p:cNvSpPr txBox="1"/>
          <p:nvPr/>
        </p:nvSpPr>
        <p:spPr>
          <a:xfrm>
            <a:off x="5257800" y="4114800"/>
            <a:ext cx="2377440" cy="548640"/>
          </a:xfrm>
          <a:prstGeom prst="rect">
            <a:avLst/>
          </a:prstGeom>
          <a:noFill/>
          <a:ln/>
        </p:spPr>
        <p:txBody>
          <a:bodyPr wrap="square" lIns="0" tIns="0" rIns="0" bIns="0" rtlCol="0" anchor="ctr"/>
          <a:lstStyle/>
          <a:p>
            <a:pPr marL="0" indent="0">
              <a:buNone/>
            </a:pPr>
            <a:r>
              <a:rPr lang="en-US" sz="1900">
                <a:solidFill>
                  <a:srgbClr val="1D2951"/>
                </a:solidFill>
                <a:latin typeface="IBM Plex Sans" pitchFamily="34" charset="0"/>
                <a:ea typeface="IBM Plex Sans" pitchFamily="34" charset="-122"/>
                <a:cs typeface="IBM Plex Sans" pitchFamily="34" charset="-120"/>
              </a:rPr>
              <a:t>Router → ISP</a:t>
            </a:r>
            <a:endParaRPr lang="en-US" sz="1900"/>
          </a:p>
        </p:txBody>
      </p:sp>
      <p:sp>
        <p:nvSpPr>
          <p:cNvPr id="27" name="ts2"/>
          <p:cNvSpPr/>
          <p:nvPr/>
        </p:nvSpPr>
        <p:spPr>
          <a:xfrm>
            <a:off x="8046720" y="1374188"/>
            <a:ext cx="3566160" cy="3657600"/>
          </a:xfrm>
          <a:prstGeom prst="roundRect">
            <a:avLst>
              <a:gd name="adj" fmla="val 2051"/>
            </a:avLst>
          </a:prstGeom>
          <a:solidFill>
            <a:srgbClr val="FFFFFF"/>
          </a:solidFill>
          <a:ln w="9525">
            <a:solidFill>
              <a:srgbClr val="BBBFCB"/>
            </a:solidFill>
            <a:prstDash val="solid"/>
          </a:ln>
        </p:spPr>
      </p:sp>
      <p:pic>
        <p:nvPicPr>
          <p:cNvPr id="28" name="Image 2" descr="preencoded.png"/>
          <p:cNvPicPr>
            <a:picLocks noChangeAspect="1"/>
          </p:cNvPicPr>
          <p:nvPr/>
        </p:nvPicPr>
        <p:blipFill>
          <a:blip r:embed="rId5"/>
          <a:stretch>
            <a:fillRect/>
          </a:stretch>
        </p:blipFill>
        <p:spPr>
          <a:xfrm>
            <a:off x="8366760" y="1764792"/>
            <a:ext cx="411480" cy="411480"/>
          </a:xfrm>
          <a:prstGeom prst="rect">
            <a:avLst/>
          </a:prstGeom>
        </p:spPr>
      </p:pic>
      <p:sp>
        <p:nvSpPr>
          <p:cNvPr id="29" name="Text 24"/>
          <p:cNvSpPr txBox="1"/>
          <p:nvPr/>
        </p:nvSpPr>
        <p:spPr>
          <a:xfrm>
            <a:off x="8961120" y="1691640"/>
            <a:ext cx="2468880" cy="548640"/>
          </a:xfrm>
          <a:prstGeom prst="rect">
            <a:avLst/>
          </a:prstGeom>
          <a:noFill/>
          <a:ln/>
        </p:spPr>
        <p:txBody>
          <a:bodyPr wrap="square" lIns="0" tIns="0" rIns="0" bIns="0" rtlCol="0" anchor="ctr"/>
          <a:lstStyle/>
          <a:p>
            <a:pPr marL="0" indent="0">
              <a:buNone/>
            </a:pPr>
            <a:r>
              <a:rPr lang="en-US" sz="2200" b="1">
                <a:solidFill>
                  <a:srgbClr val="1D2951"/>
                </a:solidFill>
                <a:latin typeface="Space Grotesk" pitchFamily="34" charset="0"/>
                <a:ea typeface="Space Grotesk" pitchFamily="34" charset="-122"/>
                <a:cs typeface="Space Grotesk" pitchFamily="34" charset="-120"/>
              </a:rPr>
              <a:t>Printer offline</a:t>
            </a:r>
            <a:endParaRPr lang="en-US" sz="2200"/>
          </a:p>
        </p:txBody>
      </p:sp>
      <p:sp>
        <p:nvSpPr>
          <p:cNvPr id="30" name="n20"/>
          <p:cNvSpPr/>
          <p:nvPr/>
        </p:nvSpPr>
        <p:spPr>
          <a:xfrm>
            <a:off x="8366760" y="2606040"/>
            <a:ext cx="457200" cy="457200"/>
          </a:xfrm>
          <a:prstGeom prst="ellipse">
            <a:avLst/>
          </a:prstGeom>
          <a:solidFill>
            <a:srgbClr val="1D2951"/>
          </a:solidFill>
          <a:ln/>
        </p:spPr>
      </p:sp>
      <p:sp>
        <p:nvSpPr>
          <p:cNvPr id="31" name="Text 26"/>
          <p:cNvSpPr txBox="1"/>
          <p:nvPr/>
        </p:nvSpPr>
        <p:spPr>
          <a:xfrm>
            <a:off x="8366760" y="2606040"/>
            <a:ext cx="457200" cy="457200"/>
          </a:xfrm>
          <a:prstGeom prst="rect">
            <a:avLst/>
          </a:prstGeom>
          <a:noFill/>
          <a:ln/>
        </p:spPr>
        <p:txBody>
          <a:bodyPr wrap="square" lIns="0" tIns="0" rIns="0" bIns="0" rtlCol="0" anchor="ctr"/>
          <a:lstStyle/>
          <a:p>
            <a:pPr marL="0" indent="0" algn="ctr">
              <a:buNone/>
            </a:pPr>
            <a:r>
              <a:rPr lang="en-US" sz="1500" b="1">
                <a:solidFill>
                  <a:srgbClr val="FFFFFF"/>
                </a:solidFill>
                <a:latin typeface="IBM Plex Sans" pitchFamily="34" charset="0"/>
                <a:ea typeface="IBM Plex Sans" pitchFamily="34" charset="-122"/>
                <a:cs typeface="IBM Plex Sans" pitchFamily="34" charset="-120"/>
              </a:rPr>
              <a:t>1</a:t>
            </a:r>
            <a:endParaRPr lang="en-US" sz="1500"/>
          </a:p>
        </p:txBody>
      </p:sp>
      <p:sp>
        <p:nvSpPr>
          <p:cNvPr id="32" name="Text 27"/>
          <p:cNvSpPr txBox="1"/>
          <p:nvPr/>
        </p:nvSpPr>
        <p:spPr>
          <a:xfrm>
            <a:off x="9006840" y="2560320"/>
            <a:ext cx="2377440" cy="548640"/>
          </a:xfrm>
          <a:prstGeom prst="rect">
            <a:avLst/>
          </a:prstGeom>
          <a:noFill/>
          <a:ln/>
        </p:spPr>
        <p:txBody>
          <a:bodyPr wrap="square" lIns="0" tIns="0" rIns="0" bIns="0" rtlCol="0" anchor="ctr"/>
          <a:lstStyle/>
          <a:p>
            <a:pPr marL="0" indent="0">
              <a:buNone/>
            </a:pPr>
            <a:r>
              <a:rPr lang="en-US" sz="1900">
                <a:solidFill>
                  <a:srgbClr val="1D2951"/>
                </a:solidFill>
                <a:latin typeface="IBM Plex Sans" pitchFamily="34" charset="0"/>
                <a:ea typeface="IBM Plex Sans" pitchFamily="34" charset="-122"/>
                <a:cs typeface="IBM Plex Sans" pitchFamily="34" charset="-120"/>
              </a:rPr>
              <a:t>Power · paper</a:t>
            </a:r>
            <a:endParaRPr lang="en-US" sz="1900"/>
          </a:p>
        </p:txBody>
      </p:sp>
      <p:sp>
        <p:nvSpPr>
          <p:cNvPr id="33" name="n21"/>
          <p:cNvSpPr/>
          <p:nvPr/>
        </p:nvSpPr>
        <p:spPr>
          <a:xfrm>
            <a:off x="8366760" y="3383280"/>
            <a:ext cx="457200" cy="457200"/>
          </a:xfrm>
          <a:prstGeom prst="ellipse">
            <a:avLst/>
          </a:prstGeom>
          <a:solidFill>
            <a:srgbClr val="1D2951"/>
          </a:solidFill>
          <a:ln/>
        </p:spPr>
      </p:sp>
      <p:sp>
        <p:nvSpPr>
          <p:cNvPr id="34" name="Text 29"/>
          <p:cNvSpPr txBox="1"/>
          <p:nvPr/>
        </p:nvSpPr>
        <p:spPr>
          <a:xfrm>
            <a:off x="8366760" y="3383280"/>
            <a:ext cx="457200" cy="457200"/>
          </a:xfrm>
          <a:prstGeom prst="rect">
            <a:avLst/>
          </a:prstGeom>
          <a:noFill/>
          <a:ln/>
        </p:spPr>
        <p:txBody>
          <a:bodyPr wrap="square" lIns="0" tIns="0" rIns="0" bIns="0" rtlCol="0" anchor="ctr"/>
          <a:lstStyle/>
          <a:p>
            <a:pPr marL="0" indent="0" algn="ctr">
              <a:buNone/>
            </a:pPr>
            <a:r>
              <a:rPr lang="en-US" sz="1500" b="1">
                <a:solidFill>
                  <a:srgbClr val="FFFFFF"/>
                </a:solidFill>
                <a:latin typeface="IBM Plex Sans" pitchFamily="34" charset="0"/>
                <a:ea typeface="IBM Plex Sans" pitchFamily="34" charset="-122"/>
                <a:cs typeface="IBM Plex Sans" pitchFamily="34" charset="-120"/>
              </a:rPr>
              <a:t>2</a:t>
            </a:r>
            <a:endParaRPr lang="en-US" sz="1500"/>
          </a:p>
        </p:txBody>
      </p:sp>
      <p:sp>
        <p:nvSpPr>
          <p:cNvPr id="35" name="Text 30"/>
          <p:cNvSpPr txBox="1"/>
          <p:nvPr/>
        </p:nvSpPr>
        <p:spPr>
          <a:xfrm>
            <a:off x="9006840" y="3337560"/>
            <a:ext cx="2377440" cy="548640"/>
          </a:xfrm>
          <a:prstGeom prst="rect">
            <a:avLst/>
          </a:prstGeom>
          <a:noFill/>
          <a:ln/>
        </p:spPr>
        <p:txBody>
          <a:bodyPr wrap="square" lIns="0" tIns="0" rIns="0" bIns="0" rtlCol="0" anchor="ctr"/>
          <a:lstStyle/>
          <a:p>
            <a:pPr marL="0" indent="0">
              <a:buNone/>
            </a:pPr>
            <a:r>
              <a:rPr lang="en-US" sz="1900">
                <a:solidFill>
                  <a:srgbClr val="1D2951"/>
                </a:solidFill>
                <a:latin typeface="IBM Plex Sans" pitchFamily="34" charset="0"/>
                <a:ea typeface="IBM Plex Sans" pitchFamily="34" charset="-122"/>
                <a:cs typeface="IBM Plex Sans" pitchFamily="34" charset="-120"/>
              </a:rPr>
              <a:t>Network cable</a:t>
            </a:r>
            <a:endParaRPr lang="en-US" sz="1900"/>
          </a:p>
        </p:txBody>
      </p:sp>
      <p:sp>
        <p:nvSpPr>
          <p:cNvPr id="36" name="n22"/>
          <p:cNvSpPr/>
          <p:nvPr/>
        </p:nvSpPr>
        <p:spPr>
          <a:xfrm>
            <a:off x="8366760" y="4160520"/>
            <a:ext cx="457200" cy="457200"/>
          </a:xfrm>
          <a:prstGeom prst="ellipse">
            <a:avLst/>
          </a:prstGeom>
          <a:solidFill>
            <a:srgbClr val="1D2951"/>
          </a:solidFill>
          <a:ln/>
        </p:spPr>
      </p:sp>
      <p:sp>
        <p:nvSpPr>
          <p:cNvPr id="37" name="Text 32"/>
          <p:cNvSpPr txBox="1"/>
          <p:nvPr/>
        </p:nvSpPr>
        <p:spPr>
          <a:xfrm>
            <a:off x="8366760" y="4160520"/>
            <a:ext cx="457200" cy="457200"/>
          </a:xfrm>
          <a:prstGeom prst="rect">
            <a:avLst/>
          </a:prstGeom>
          <a:noFill/>
          <a:ln/>
        </p:spPr>
        <p:txBody>
          <a:bodyPr wrap="square" lIns="0" tIns="0" rIns="0" bIns="0" rtlCol="0" anchor="ctr"/>
          <a:lstStyle/>
          <a:p>
            <a:pPr marL="0" indent="0" algn="ctr">
              <a:buNone/>
            </a:pPr>
            <a:r>
              <a:rPr lang="en-US" sz="1500" b="1">
                <a:solidFill>
                  <a:srgbClr val="FFFFFF"/>
                </a:solidFill>
                <a:latin typeface="IBM Plex Sans" pitchFamily="34" charset="0"/>
                <a:ea typeface="IBM Plex Sans" pitchFamily="34" charset="-122"/>
                <a:cs typeface="IBM Plex Sans" pitchFamily="34" charset="-120"/>
              </a:rPr>
              <a:t>3</a:t>
            </a:r>
            <a:endParaRPr lang="en-US" sz="1500"/>
          </a:p>
        </p:txBody>
      </p:sp>
      <p:sp>
        <p:nvSpPr>
          <p:cNvPr id="38" name="Text 33"/>
          <p:cNvSpPr txBox="1"/>
          <p:nvPr/>
        </p:nvSpPr>
        <p:spPr>
          <a:xfrm>
            <a:off x="9006840" y="4114800"/>
            <a:ext cx="2377440" cy="548640"/>
          </a:xfrm>
          <a:prstGeom prst="rect">
            <a:avLst/>
          </a:prstGeom>
          <a:noFill/>
          <a:ln/>
        </p:spPr>
        <p:txBody>
          <a:bodyPr wrap="square" lIns="0" tIns="0" rIns="0" bIns="0" rtlCol="0" anchor="ctr"/>
          <a:lstStyle/>
          <a:p>
            <a:pPr marL="0" indent="0">
              <a:buNone/>
            </a:pPr>
            <a:r>
              <a:rPr lang="en-US" sz="1900">
                <a:solidFill>
                  <a:srgbClr val="1D2951"/>
                </a:solidFill>
                <a:latin typeface="IBM Plex Sans" pitchFamily="34" charset="0"/>
                <a:ea typeface="IBM Plex Sans" pitchFamily="34" charset="-122"/>
                <a:cs typeface="IBM Plex Sans" pitchFamily="34" charset="-120"/>
              </a:rPr>
              <a:t>Clear queue</a:t>
            </a:r>
            <a:endParaRPr lang="en-US" sz="1900"/>
          </a:p>
        </p:txBody>
      </p:sp>
      <p:sp>
        <p:nvSpPr>
          <p:cNvPr id="39" name="fixBand"/>
          <p:cNvSpPr/>
          <p:nvPr/>
        </p:nvSpPr>
        <p:spPr>
          <a:xfrm>
            <a:off x="548640" y="5349240"/>
            <a:ext cx="11064240" cy="731520"/>
          </a:xfrm>
          <a:prstGeom prst="roundRect">
            <a:avLst>
              <a:gd name="adj" fmla="val 10000"/>
            </a:avLst>
          </a:prstGeom>
          <a:solidFill>
            <a:srgbClr val="F1D1D1"/>
          </a:solidFill>
          <a:ln/>
        </p:spPr>
      </p:sp>
      <p:sp>
        <p:nvSpPr>
          <p:cNvPr id="40" name="Text 35"/>
          <p:cNvSpPr txBox="1"/>
          <p:nvPr/>
        </p:nvSpPr>
        <p:spPr>
          <a:xfrm>
            <a:off x="914400" y="5349240"/>
            <a:ext cx="10515600" cy="731520"/>
          </a:xfrm>
          <a:prstGeom prst="rect">
            <a:avLst/>
          </a:prstGeom>
          <a:noFill/>
          <a:ln/>
        </p:spPr>
        <p:txBody>
          <a:bodyPr wrap="square" lIns="0" tIns="0" rIns="0" bIns="0" rtlCol="0" anchor="ctr"/>
          <a:lstStyle/>
          <a:p>
            <a:pPr marL="0" indent="0">
              <a:buNone/>
            </a:pPr>
            <a:r>
              <a:rPr lang="en-US" sz="2000" b="1">
                <a:solidFill>
                  <a:srgbClr val="F57574"/>
                </a:solidFill>
                <a:latin typeface="IBM Plex Sans" pitchFamily="34" charset="0"/>
                <a:ea typeface="IBM Plex Sans" pitchFamily="34" charset="-122"/>
                <a:cs typeface="IBM Plex Sans" pitchFamily="34" charset="-120"/>
              </a:rPr>
              <a:t>Fixed in all 3 cases: </a:t>
            </a:r>
            <a:r>
              <a:rPr lang="en-US" sz="2000">
                <a:solidFill>
                  <a:srgbClr val="1D2951"/>
                </a:solidFill>
                <a:latin typeface="IBM Plex Sans" pitchFamily="34" charset="0"/>
                <a:ea typeface="IBM Plex Sans" pitchFamily="34" charset="-122"/>
                <a:cs typeface="IBM Plex Sans" pitchFamily="34" charset="-120"/>
              </a:rPr>
              <a:t>a loose cable</a:t>
            </a:r>
            <a:endParaRPr lang="en-US" sz="2000"/>
          </a:p>
        </p:txBody>
      </p:sp>
      <p:sp>
        <p:nvSpPr>
          <p:cNvPr id="41"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4A5474"/>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64240" cy="685800"/>
          </a:xfrm>
          <a:prstGeom prst="rect">
            <a:avLst/>
          </a:prstGeom>
          <a:noFill/>
          <a:ln/>
        </p:spPr>
        <p:txBody>
          <a:bodyPr wrap="square" lIns="0" tIns="0" rIns="0" bIns="0" rtlCol="0" anchor="t"/>
          <a:lstStyle/>
          <a:p>
            <a:pPr marL="0" indent="0" algn="l">
              <a:buNone/>
            </a:pPr>
            <a:r>
              <a:rPr lang="en-US" sz="3400" b="1">
                <a:solidFill>
                  <a:schemeClr val="tx1"/>
                </a:solidFill>
                <a:latin typeface="Space Grotesk" pitchFamily="34" charset="0"/>
                <a:ea typeface="Space Grotesk" pitchFamily="34" charset="-122"/>
                <a:cs typeface="Space Grotesk" pitchFamily="34" charset="-120"/>
              </a:rPr>
              <a:t>Career readiness materials</a:t>
            </a:r>
            <a:endParaRPr lang="en-US" sz="3400"/>
          </a:p>
        </p:txBody>
      </p:sp>
      <p:sp>
        <p:nvSpPr>
          <p:cNvPr id="3" name="cr0"/>
          <p:cNvSpPr/>
          <p:nvPr/>
        </p:nvSpPr>
        <p:spPr>
          <a:xfrm>
            <a:off x="548640" y="1554480"/>
            <a:ext cx="2628900" cy="2377440"/>
          </a:xfrm>
          <a:prstGeom prst="roundRect">
            <a:avLst>
              <a:gd name="adj" fmla="val 3077"/>
            </a:avLst>
          </a:prstGeom>
          <a:solidFill>
            <a:srgbClr val="FFFFFF"/>
          </a:solidFill>
          <a:ln w="9525">
            <a:solidFill>
              <a:srgbClr val="BBBFCB"/>
            </a:solidFill>
            <a:prstDash val="solid"/>
          </a:ln>
        </p:spPr>
      </p:sp>
      <p:sp>
        <p:nvSpPr>
          <p:cNvPr id="4" name="cr0Ic"/>
          <p:cNvSpPr/>
          <p:nvPr/>
        </p:nvSpPr>
        <p:spPr>
          <a:xfrm>
            <a:off x="868680" y="1874520"/>
            <a:ext cx="640080" cy="640080"/>
          </a:xfrm>
          <a:prstGeom prst="ellipse">
            <a:avLst/>
          </a:prstGeom>
          <a:solidFill>
            <a:srgbClr val="F1D1D1"/>
          </a:solidFill>
          <a:ln/>
        </p:spPr>
      </p:sp>
      <p:pic>
        <p:nvPicPr>
          <p:cNvPr id="5" name="Image 0" descr="preencoded.png"/>
          <p:cNvPicPr>
            <a:picLocks noChangeAspect="1"/>
          </p:cNvPicPr>
          <p:nvPr/>
        </p:nvPicPr>
        <p:blipFill>
          <a:blip r:embed="rId3"/>
          <a:stretch>
            <a:fillRect/>
          </a:stretch>
        </p:blipFill>
        <p:spPr>
          <a:xfrm>
            <a:off x="1024128" y="2029968"/>
            <a:ext cx="329184" cy="329184"/>
          </a:xfrm>
          <a:prstGeom prst="rect">
            <a:avLst/>
          </a:prstGeom>
        </p:spPr>
      </p:pic>
      <p:sp>
        <p:nvSpPr>
          <p:cNvPr id="6" name="Text 3"/>
          <p:cNvSpPr txBox="1"/>
          <p:nvPr/>
        </p:nvSpPr>
        <p:spPr>
          <a:xfrm>
            <a:off x="868680" y="2697480"/>
            <a:ext cx="1988820" cy="502920"/>
          </a:xfrm>
          <a:prstGeom prst="rect">
            <a:avLst/>
          </a:prstGeom>
          <a:noFill/>
          <a:ln/>
        </p:spPr>
        <p:txBody>
          <a:bodyPr wrap="square" lIns="0" tIns="0" rIns="0" bIns="0" rtlCol="0" anchor="t"/>
          <a:lstStyle/>
          <a:p>
            <a:pPr marL="0" indent="0">
              <a:buNone/>
            </a:pPr>
            <a:r>
              <a:rPr lang="en-US" sz="2200" b="1">
                <a:solidFill>
                  <a:srgbClr val="1D2951"/>
                </a:solidFill>
                <a:latin typeface="Space Grotesk" pitchFamily="34" charset="0"/>
                <a:ea typeface="Space Grotesk" pitchFamily="34" charset="-122"/>
                <a:cs typeface="Space Grotesk" pitchFamily="34" charset="-120"/>
              </a:rPr>
              <a:t>IT Support CV</a:t>
            </a:r>
            <a:endParaRPr lang="en-US" sz="2200"/>
          </a:p>
        </p:txBody>
      </p:sp>
      <p:sp>
        <p:nvSpPr>
          <p:cNvPr id="7" name="cr1"/>
          <p:cNvSpPr/>
          <p:nvPr/>
        </p:nvSpPr>
        <p:spPr>
          <a:xfrm>
            <a:off x="3360420" y="1554480"/>
            <a:ext cx="2628900" cy="2377440"/>
          </a:xfrm>
          <a:prstGeom prst="roundRect">
            <a:avLst>
              <a:gd name="adj" fmla="val 3077"/>
            </a:avLst>
          </a:prstGeom>
          <a:solidFill>
            <a:srgbClr val="FFFFFF"/>
          </a:solidFill>
          <a:ln w="9525">
            <a:solidFill>
              <a:srgbClr val="BBBFCB"/>
            </a:solidFill>
            <a:prstDash val="solid"/>
          </a:ln>
        </p:spPr>
      </p:sp>
      <p:sp>
        <p:nvSpPr>
          <p:cNvPr id="8" name="cr1Ic"/>
          <p:cNvSpPr/>
          <p:nvPr/>
        </p:nvSpPr>
        <p:spPr>
          <a:xfrm>
            <a:off x="3680460" y="1874520"/>
            <a:ext cx="640080" cy="640080"/>
          </a:xfrm>
          <a:prstGeom prst="ellipse">
            <a:avLst/>
          </a:prstGeom>
          <a:solidFill>
            <a:srgbClr val="F1D1D1"/>
          </a:solidFill>
          <a:ln/>
        </p:spPr>
      </p:sp>
      <p:pic>
        <p:nvPicPr>
          <p:cNvPr id="9" name="Image 1" descr="preencoded.png"/>
          <p:cNvPicPr>
            <a:picLocks noChangeAspect="1"/>
          </p:cNvPicPr>
          <p:nvPr/>
        </p:nvPicPr>
        <p:blipFill>
          <a:blip r:embed="rId4"/>
          <a:stretch>
            <a:fillRect/>
          </a:stretch>
        </p:blipFill>
        <p:spPr>
          <a:xfrm>
            <a:off x="3835908" y="2029968"/>
            <a:ext cx="329184" cy="329184"/>
          </a:xfrm>
          <a:prstGeom prst="rect">
            <a:avLst/>
          </a:prstGeom>
        </p:spPr>
      </p:pic>
      <p:sp>
        <p:nvSpPr>
          <p:cNvPr id="10" name="Text 6"/>
          <p:cNvSpPr txBox="1"/>
          <p:nvPr/>
        </p:nvSpPr>
        <p:spPr>
          <a:xfrm>
            <a:off x="3680460" y="2697480"/>
            <a:ext cx="1988820" cy="502920"/>
          </a:xfrm>
          <a:prstGeom prst="rect">
            <a:avLst/>
          </a:prstGeom>
          <a:noFill/>
          <a:ln/>
        </p:spPr>
        <p:txBody>
          <a:bodyPr wrap="square" lIns="0" tIns="0" rIns="0" bIns="0" rtlCol="0" anchor="t"/>
          <a:lstStyle/>
          <a:p>
            <a:pPr marL="0" indent="0">
              <a:buNone/>
            </a:pPr>
            <a:r>
              <a:rPr lang="en-US" sz="2200" b="1">
                <a:solidFill>
                  <a:srgbClr val="1D2951"/>
                </a:solidFill>
                <a:latin typeface="Space Grotesk" pitchFamily="34" charset="0"/>
                <a:ea typeface="Space Grotesk" pitchFamily="34" charset="-122"/>
                <a:cs typeface="Space Grotesk" pitchFamily="34" charset="-120"/>
              </a:rPr>
              <a:t>Cover letter</a:t>
            </a:r>
            <a:endParaRPr lang="en-US" sz="2200"/>
          </a:p>
        </p:txBody>
      </p:sp>
      <p:sp>
        <p:nvSpPr>
          <p:cNvPr id="11" name="cr2"/>
          <p:cNvSpPr/>
          <p:nvPr/>
        </p:nvSpPr>
        <p:spPr>
          <a:xfrm>
            <a:off x="6172200" y="1554480"/>
            <a:ext cx="2628900" cy="2377440"/>
          </a:xfrm>
          <a:prstGeom prst="roundRect">
            <a:avLst>
              <a:gd name="adj" fmla="val 3077"/>
            </a:avLst>
          </a:prstGeom>
          <a:solidFill>
            <a:srgbClr val="FFFFFF"/>
          </a:solidFill>
          <a:ln w="9525">
            <a:solidFill>
              <a:srgbClr val="BBBFCB"/>
            </a:solidFill>
            <a:prstDash val="solid"/>
          </a:ln>
        </p:spPr>
      </p:sp>
      <p:sp>
        <p:nvSpPr>
          <p:cNvPr id="12" name="cr2Ic"/>
          <p:cNvSpPr/>
          <p:nvPr/>
        </p:nvSpPr>
        <p:spPr>
          <a:xfrm>
            <a:off x="6492240" y="1874520"/>
            <a:ext cx="640080" cy="640080"/>
          </a:xfrm>
          <a:prstGeom prst="ellipse">
            <a:avLst/>
          </a:prstGeom>
          <a:solidFill>
            <a:srgbClr val="F1D1D1"/>
          </a:solidFill>
          <a:ln/>
        </p:spPr>
      </p:sp>
      <p:pic>
        <p:nvPicPr>
          <p:cNvPr id="13" name="Image 2" descr="preencoded.png"/>
          <p:cNvPicPr>
            <a:picLocks noChangeAspect="1"/>
          </p:cNvPicPr>
          <p:nvPr/>
        </p:nvPicPr>
        <p:blipFill>
          <a:blip r:embed="rId5"/>
          <a:stretch>
            <a:fillRect/>
          </a:stretch>
        </p:blipFill>
        <p:spPr>
          <a:xfrm>
            <a:off x="6647688" y="2029968"/>
            <a:ext cx="329184" cy="329184"/>
          </a:xfrm>
          <a:prstGeom prst="rect">
            <a:avLst/>
          </a:prstGeom>
        </p:spPr>
      </p:pic>
      <p:sp>
        <p:nvSpPr>
          <p:cNvPr id="14" name="Text 9"/>
          <p:cNvSpPr txBox="1"/>
          <p:nvPr/>
        </p:nvSpPr>
        <p:spPr>
          <a:xfrm>
            <a:off x="6492240" y="2697480"/>
            <a:ext cx="1988820" cy="502920"/>
          </a:xfrm>
          <a:prstGeom prst="rect">
            <a:avLst/>
          </a:prstGeom>
          <a:noFill/>
          <a:ln/>
        </p:spPr>
        <p:txBody>
          <a:bodyPr wrap="square" lIns="0" tIns="0" rIns="0" bIns="0" rtlCol="0" anchor="t"/>
          <a:lstStyle/>
          <a:p>
            <a:pPr marL="0" indent="0">
              <a:buNone/>
            </a:pPr>
            <a:r>
              <a:rPr lang="en-US" sz="2200" b="1">
                <a:solidFill>
                  <a:srgbClr val="1D2951"/>
                </a:solidFill>
                <a:latin typeface="Space Grotesk" pitchFamily="34" charset="0"/>
                <a:ea typeface="Space Grotesk" pitchFamily="34" charset="-122"/>
                <a:cs typeface="Space Grotesk" pitchFamily="34" charset="-120"/>
              </a:rPr>
              <a:t>LinkedIn summary</a:t>
            </a:r>
            <a:endParaRPr lang="en-US" sz="2200"/>
          </a:p>
        </p:txBody>
      </p:sp>
      <p:sp>
        <p:nvSpPr>
          <p:cNvPr id="15" name="cr3"/>
          <p:cNvSpPr/>
          <p:nvPr/>
        </p:nvSpPr>
        <p:spPr>
          <a:xfrm>
            <a:off x="8983980" y="1554480"/>
            <a:ext cx="2628900" cy="2377440"/>
          </a:xfrm>
          <a:prstGeom prst="roundRect">
            <a:avLst>
              <a:gd name="adj" fmla="val 3077"/>
            </a:avLst>
          </a:prstGeom>
          <a:solidFill>
            <a:srgbClr val="FFFFFF"/>
          </a:solidFill>
          <a:ln w="9525">
            <a:solidFill>
              <a:srgbClr val="BBBFCB"/>
            </a:solidFill>
            <a:prstDash val="solid"/>
          </a:ln>
        </p:spPr>
      </p:sp>
      <p:sp>
        <p:nvSpPr>
          <p:cNvPr id="16" name="cr3Ic"/>
          <p:cNvSpPr/>
          <p:nvPr/>
        </p:nvSpPr>
        <p:spPr>
          <a:xfrm>
            <a:off x="9304020" y="1874520"/>
            <a:ext cx="640080" cy="640080"/>
          </a:xfrm>
          <a:prstGeom prst="ellipse">
            <a:avLst/>
          </a:prstGeom>
          <a:solidFill>
            <a:srgbClr val="F1D1D1"/>
          </a:solidFill>
          <a:ln/>
        </p:spPr>
      </p:sp>
      <p:pic>
        <p:nvPicPr>
          <p:cNvPr id="17" name="Image 3" descr="preencoded.png"/>
          <p:cNvPicPr>
            <a:picLocks noChangeAspect="1"/>
          </p:cNvPicPr>
          <p:nvPr/>
        </p:nvPicPr>
        <p:blipFill>
          <a:blip r:embed="rId6"/>
          <a:stretch>
            <a:fillRect/>
          </a:stretch>
        </p:blipFill>
        <p:spPr>
          <a:xfrm>
            <a:off x="9459468" y="2029968"/>
            <a:ext cx="329184" cy="329184"/>
          </a:xfrm>
          <a:prstGeom prst="rect">
            <a:avLst/>
          </a:prstGeom>
        </p:spPr>
      </p:pic>
      <p:sp>
        <p:nvSpPr>
          <p:cNvPr id="18" name="Text 12"/>
          <p:cNvSpPr txBox="1"/>
          <p:nvPr/>
        </p:nvSpPr>
        <p:spPr>
          <a:xfrm>
            <a:off x="9304020" y="2697480"/>
            <a:ext cx="1988820" cy="502920"/>
          </a:xfrm>
          <a:prstGeom prst="rect">
            <a:avLst/>
          </a:prstGeom>
          <a:noFill/>
          <a:ln/>
        </p:spPr>
        <p:txBody>
          <a:bodyPr wrap="square" lIns="0" tIns="0" rIns="0" bIns="0" rtlCol="0" anchor="t"/>
          <a:lstStyle/>
          <a:p>
            <a:pPr marL="0" indent="0">
              <a:buNone/>
            </a:pPr>
            <a:r>
              <a:rPr lang="en-US" sz="2200" b="1">
                <a:solidFill>
                  <a:srgbClr val="1D2951"/>
                </a:solidFill>
                <a:latin typeface="Space Grotesk" pitchFamily="34" charset="0"/>
                <a:ea typeface="Space Grotesk" pitchFamily="34" charset="-122"/>
                <a:cs typeface="Space Grotesk" pitchFamily="34" charset="-120"/>
              </a:rPr>
              <a:t>Interview prep</a:t>
            </a:r>
            <a:endParaRPr lang="en-US" sz="220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4A5474"/>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64240" cy="685800"/>
          </a:xfrm>
          <a:prstGeom prst="rect">
            <a:avLst/>
          </a:prstGeom>
          <a:noFill/>
          <a:ln/>
        </p:spPr>
        <p:txBody>
          <a:bodyPr wrap="square" lIns="0" tIns="0" rIns="0" bIns="0" rtlCol="0" anchor="t"/>
          <a:lstStyle/>
          <a:p>
            <a:pPr marL="0" indent="0" algn="l">
              <a:buNone/>
            </a:pPr>
            <a:r>
              <a:rPr lang="en-US" sz="3400" b="1">
                <a:solidFill>
                  <a:srgbClr val="FFFFFF"/>
                </a:solidFill>
                <a:latin typeface="Space Grotesk" pitchFamily="34" charset="0"/>
                <a:ea typeface="Space Grotesk" pitchFamily="34" charset="-122"/>
                <a:cs typeface="Space Grotesk" pitchFamily="34" charset="-120"/>
              </a:rPr>
              <a:t>Key lessons learned</a:t>
            </a:r>
            <a:endParaRPr lang="en-US" sz="3400"/>
          </a:p>
        </p:txBody>
      </p:sp>
      <p:sp>
        <p:nvSpPr>
          <p:cNvPr id="3" name="lesson0"/>
          <p:cNvSpPr/>
          <p:nvPr/>
        </p:nvSpPr>
        <p:spPr>
          <a:xfrm>
            <a:off x="548640" y="1371600"/>
            <a:ext cx="5440680" cy="1280160"/>
          </a:xfrm>
          <a:prstGeom prst="roundRect">
            <a:avLst>
              <a:gd name="adj" fmla="val 5714"/>
            </a:avLst>
          </a:prstGeom>
          <a:solidFill>
            <a:srgbClr val="4A5474"/>
          </a:solidFill>
          <a:ln/>
        </p:spPr>
      </p:sp>
      <p:sp>
        <p:nvSpPr>
          <p:cNvPr id="4" name="Text 2"/>
          <p:cNvSpPr txBox="1"/>
          <p:nvPr/>
        </p:nvSpPr>
        <p:spPr>
          <a:xfrm>
            <a:off x="914400" y="1371600"/>
            <a:ext cx="1005840" cy="1280160"/>
          </a:xfrm>
          <a:prstGeom prst="rect">
            <a:avLst/>
          </a:prstGeom>
          <a:noFill/>
          <a:ln/>
        </p:spPr>
        <p:txBody>
          <a:bodyPr wrap="square" lIns="0" tIns="0" rIns="0" bIns="0" rtlCol="0" anchor="ctr"/>
          <a:lstStyle/>
          <a:p>
            <a:pPr marL="0" indent="0">
              <a:buNone/>
            </a:pPr>
            <a:r>
              <a:rPr lang="en-US" sz="4000" b="1">
                <a:solidFill>
                  <a:srgbClr val="F57574"/>
                </a:solidFill>
                <a:latin typeface="Space Grotesk" pitchFamily="34" charset="0"/>
                <a:ea typeface="Space Grotesk" pitchFamily="34" charset="-122"/>
                <a:cs typeface="Space Grotesk" pitchFamily="34" charset="-120"/>
              </a:rPr>
              <a:t>01</a:t>
            </a:r>
            <a:endParaRPr lang="en-US" sz="4000"/>
          </a:p>
        </p:txBody>
      </p:sp>
      <p:sp>
        <p:nvSpPr>
          <p:cNvPr id="5" name="Text 3"/>
          <p:cNvSpPr txBox="1"/>
          <p:nvPr/>
        </p:nvSpPr>
        <p:spPr>
          <a:xfrm>
            <a:off x="2011680" y="1371600"/>
            <a:ext cx="3703320" cy="1280160"/>
          </a:xfrm>
          <a:prstGeom prst="rect">
            <a:avLst/>
          </a:prstGeom>
          <a:noFill/>
          <a:ln/>
        </p:spPr>
        <p:txBody>
          <a:bodyPr wrap="square" lIns="0" tIns="0" rIns="0" bIns="0" rtlCol="0" anchor="ctr"/>
          <a:lstStyle/>
          <a:p>
            <a:pPr marL="0" indent="0">
              <a:buNone/>
            </a:pPr>
            <a:r>
              <a:rPr lang="en-US" sz="2600" b="1">
                <a:solidFill>
                  <a:srgbClr val="FFFFFF"/>
                </a:solidFill>
                <a:latin typeface="Space Grotesk" pitchFamily="34" charset="0"/>
                <a:ea typeface="Space Grotesk" pitchFamily="34" charset="-122"/>
                <a:cs typeface="Space Grotesk" pitchFamily="34" charset="-120"/>
              </a:rPr>
              <a:t>Design security in</a:t>
            </a:r>
            <a:endParaRPr lang="en-US" sz="2600"/>
          </a:p>
        </p:txBody>
      </p:sp>
      <p:sp>
        <p:nvSpPr>
          <p:cNvPr id="6" name="lesson1"/>
          <p:cNvSpPr/>
          <p:nvPr/>
        </p:nvSpPr>
        <p:spPr>
          <a:xfrm>
            <a:off x="6172200" y="1371600"/>
            <a:ext cx="5440680" cy="1280160"/>
          </a:xfrm>
          <a:prstGeom prst="roundRect">
            <a:avLst>
              <a:gd name="adj" fmla="val 5714"/>
            </a:avLst>
          </a:prstGeom>
          <a:solidFill>
            <a:srgbClr val="4A5474"/>
          </a:solidFill>
          <a:ln/>
        </p:spPr>
      </p:sp>
      <p:sp>
        <p:nvSpPr>
          <p:cNvPr id="7" name="Text 5"/>
          <p:cNvSpPr txBox="1"/>
          <p:nvPr/>
        </p:nvSpPr>
        <p:spPr>
          <a:xfrm>
            <a:off x="6537960" y="1371600"/>
            <a:ext cx="1005840" cy="1280160"/>
          </a:xfrm>
          <a:prstGeom prst="rect">
            <a:avLst/>
          </a:prstGeom>
          <a:noFill/>
          <a:ln/>
        </p:spPr>
        <p:txBody>
          <a:bodyPr wrap="square" lIns="0" tIns="0" rIns="0" bIns="0" rtlCol="0" anchor="ctr"/>
          <a:lstStyle/>
          <a:p>
            <a:pPr marL="0" indent="0">
              <a:buNone/>
            </a:pPr>
            <a:r>
              <a:rPr lang="en-US" sz="4000" b="1">
                <a:solidFill>
                  <a:srgbClr val="F57574"/>
                </a:solidFill>
                <a:latin typeface="Space Grotesk" pitchFamily="34" charset="0"/>
                <a:ea typeface="Space Grotesk" pitchFamily="34" charset="-122"/>
                <a:cs typeface="Space Grotesk" pitchFamily="34" charset="-120"/>
              </a:rPr>
              <a:t>02</a:t>
            </a:r>
            <a:endParaRPr lang="en-US" sz="4000"/>
          </a:p>
        </p:txBody>
      </p:sp>
      <p:sp>
        <p:nvSpPr>
          <p:cNvPr id="8" name="Text 6"/>
          <p:cNvSpPr txBox="1"/>
          <p:nvPr/>
        </p:nvSpPr>
        <p:spPr>
          <a:xfrm>
            <a:off x="7635240" y="1371600"/>
            <a:ext cx="3703320" cy="1280160"/>
          </a:xfrm>
          <a:prstGeom prst="rect">
            <a:avLst/>
          </a:prstGeom>
          <a:noFill/>
          <a:ln/>
        </p:spPr>
        <p:txBody>
          <a:bodyPr wrap="square" lIns="0" tIns="0" rIns="0" bIns="0" rtlCol="0" anchor="ctr"/>
          <a:lstStyle/>
          <a:p>
            <a:pPr marL="0" indent="0">
              <a:buNone/>
            </a:pPr>
            <a:r>
              <a:rPr lang="en-US" sz="2600" b="1">
                <a:solidFill>
                  <a:srgbClr val="FFFFFF"/>
                </a:solidFill>
                <a:latin typeface="Space Grotesk" pitchFamily="34" charset="0"/>
                <a:ea typeface="Space Grotesk" pitchFamily="34" charset="-122"/>
                <a:cs typeface="Space Grotesk" pitchFamily="34" charset="-120"/>
              </a:rPr>
              <a:t>Groups scale</a:t>
            </a:r>
            <a:endParaRPr lang="en-US" sz="2600"/>
          </a:p>
        </p:txBody>
      </p:sp>
      <p:sp>
        <p:nvSpPr>
          <p:cNvPr id="9" name="lesson2"/>
          <p:cNvSpPr/>
          <p:nvPr/>
        </p:nvSpPr>
        <p:spPr>
          <a:xfrm>
            <a:off x="548640" y="2834640"/>
            <a:ext cx="5440680" cy="1280160"/>
          </a:xfrm>
          <a:prstGeom prst="roundRect">
            <a:avLst>
              <a:gd name="adj" fmla="val 5714"/>
            </a:avLst>
          </a:prstGeom>
          <a:solidFill>
            <a:srgbClr val="4A5474"/>
          </a:solidFill>
          <a:ln/>
        </p:spPr>
      </p:sp>
      <p:sp>
        <p:nvSpPr>
          <p:cNvPr id="10" name="Text 8"/>
          <p:cNvSpPr txBox="1"/>
          <p:nvPr/>
        </p:nvSpPr>
        <p:spPr>
          <a:xfrm>
            <a:off x="914400" y="2834640"/>
            <a:ext cx="1005840" cy="1280160"/>
          </a:xfrm>
          <a:prstGeom prst="rect">
            <a:avLst/>
          </a:prstGeom>
          <a:noFill/>
          <a:ln/>
        </p:spPr>
        <p:txBody>
          <a:bodyPr wrap="square" lIns="0" tIns="0" rIns="0" bIns="0" rtlCol="0" anchor="ctr"/>
          <a:lstStyle/>
          <a:p>
            <a:pPr marL="0" indent="0">
              <a:buNone/>
            </a:pPr>
            <a:r>
              <a:rPr lang="en-US" sz="4000" b="1">
                <a:solidFill>
                  <a:srgbClr val="F57574"/>
                </a:solidFill>
                <a:latin typeface="Space Grotesk" pitchFamily="34" charset="0"/>
                <a:ea typeface="Space Grotesk" pitchFamily="34" charset="-122"/>
                <a:cs typeface="Space Grotesk" pitchFamily="34" charset="-120"/>
              </a:rPr>
              <a:t>03</a:t>
            </a:r>
            <a:endParaRPr lang="en-US" sz="4000"/>
          </a:p>
        </p:txBody>
      </p:sp>
      <p:sp>
        <p:nvSpPr>
          <p:cNvPr id="11" name="Text 9"/>
          <p:cNvSpPr txBox="1"/>
          <p:nvPr/>
        </p:nvSpPr>
        <p:spPr>
          <a:xfrm>
            <a:off x="2011680" y="2834640"/>
            <a:ext cx="3703320" cy="1280160"/>
          </a:xfrm>
          <a:prstGeom prst="rect">
            <a:avLst/>
          </a:prstGeom>
          <a:noFill/>
          <a:ln/>
        </p:spPr>
        <p:txBody>
          <a:bodyPr wrap="square" lIns="0" tIns="0" rIns="0" bIns="0" rtlCol="0" anchor="ctr"/>
          <a:lstStyle/>
          <a:p>
            <a:pPr marL="0" indent="0">
              <a:buNone/>
            </a:pPr>
            <a:r>
              <a:rPr lang="en-US" sz="2600" b="1">
                <a:solidFill>
                  <a:srgbClr val="FFFFFF"/>
                </a:solidFill>
                <a:latin typeface="Space Grotesk" pitchFamily="34" charset="0"/>
                <a:ea typeface="Space Grotesk" pitchFamily="34" charset="-122"/>
                <a:cs typeface="Space Grotesk" pitchFamily="34" charset="-120"/>
              </a:rPr>
              <a:t>Test your backups</a:t>
            </a:r>
            <a:endParaRPr lang="en-US" sz="2600"/>
          </a:p>
        </p:txBody>
      </p:sp>
      <p:sp>
        <p:nvSpPr>
          <p:cNvPr id="12" name="lesson3"/>
          <p:cNvSpPr/>
          <p:nvPr/>
        </p:nvSpPr>
        <p:spPr>
          <a:xfrm>
            <a:off x="6172200" y="2834640"/>
            <a:ext cx="5440680" cy="1280160"/>
          </a:xfrm>
          <a:prstGeom prst="roundRect">
            <a:avLst>
              <a:gd name="adj" fmla="val 5714"/>
            </a:avLst>
          </a:prstGeom>
          <a:solidFill>
            <a:srgbClr val="4A5474"/>
          </a:solidFill>
          <a:ln/>
        </p:spPr>
      </p:sp>
      <p:sp>
        <p:nvSpPr>
          <p:cNvPr id="13" name="Text 11"/>
          <p:cNvSpPr txBox="1"/>
          <p:nvPr/>
        </p:nvSpPr>
        <p:spPr>
          <a:xfrm>
            <a:off x="6537960" y="2834640"/>
            <a:ext cx="1005840" cy="1280160"/>
          </a:xfrm>
          <a:prstGeom prst="rect">
            <a:avLst/>
          </a:prstGeom>
          <a:noFill/>
          <a:ln/>
        </p:spPr>
        <p:txBody>
          <a:bodyPr wrap="square" lIns="0" tIns="0" rIns="0" bIns="0" rtlCol="0" anchor="ctr"/>
          <a:lstStyle/>
          <a:p>
            <a:pPr marL="0" indent="0">
              <a:buNone/>
            </a:pPr>
            <a:r>
              <a:rPr lang="en-US" sz="4000" b="1">
                <a:solidFill>
                  <a:srgbClr val="F57574"/>
                </a:solidFill>
                <a:latin typeface="Space Grotesk" pitchFamily="34" charset="0"/>
                <a:ea typeface="Space Grotesk" pitchFamily="34" charset="-122"/>
                <a:cs typeface="Space Grotesk" pitchFamily="34" charset="-120"/>
              </a:rPr>
              <a:t>04</a:t>
            </a:r>
            <a:endParaRPr lang="en-US" sz="4000"/>
          </a:p>
        </p:txBody>
      </p:sp>
      <p:sp>
        <p:nvSpPr>
          <p:cNvPr id="14" name="Text 12"/>
          <p:cNvSpPr txBox="1"/>
          <p:nvPr/>
        </p:nvSpPr>
        <p:spPr>
          <a:xfrm>
            <a:off x="7635240" y="2834640"/>
            <a:ext cx="3703320" cy="1280160"/>
          </a:xfrm>
          <a:prstGeom prst="rect">
            <a:avLst/>
          </a:prstGeom>
          <a:noFill/>
          <a:ln/>
        </p:spPr>
        <p:txBody>
          <a:bodyPr wrap="square" lIns="0" tIns="0" rIns="0" bIns="0" rtlCol="0" anchor="ctr"/>
          <a:lstStyle/>
          <a:p>
            <a:pPr marL="0" indent="0">
              <a:buNone/>
            </a:pPr>
            <a:r>
              <a:rPr lang="en-US" sz="2600" b="1">
                <a:solidFill>
                  <a:srgbClr val="FFFFFF"/>
                </a:solidFill>
                <a:latin typeface="Space Grotesk" pitchFamily="34" charset="0"/>
                <a:ea typeface="Space Grotesk" pitchFamily="34" charset="-122"/>
                <a:cs typeface="Space Grotesk" pitchFamily="34" charset="-120"/>
              </a:rPr>
              <a:t>Document everything</a:t>
            </a:r>
            <a:endParaRPr lang="en-US" sz="2600"/>
          </a:p>
        </p:txBody>
      </p:sp>
      <p:sp>
        <p:nvSpPr>
          <p:cNvPr id="15" name="thanks"/>
          <p:cNvSpPr/>
          <p:nvPr/>
        </p:nvSpPr>
        <p:spPr>
          <a:xfrm>
            <a:off x="548640" y="4572000"/>
            <a:ext cx="11064240" cy="1371600"/>
          </a:xfrm>
          <a:prstGeom prst="roundRect">
            <a:avLst>
              <a:gd name="adj" fmla="val 5333"/>
            </a:avLst>
          </a:prstGeom>
          <a:solidFill>
            <a:srgbClr val="F57574"/>
          </a:solidFill>
          <a:ln/>
        </p:spPr>
      </p:sp>
      <p:sp>
        <p:nvSpPr>
          <p:cNvPr id="16" name="Text 14"/>
          <p:cNvSpPr txBox="1"/>
          <p:nvPr/>
        </p:nvSpPr>
        <p:spPr>
          <a:xfrm>
            <a:off x="1005840" y="4572000"/>
            <a:ext cx="5486400" cy="1371600"/>
          </a:xfrm>
          <a:prstGeom prst="rect">
            <a:avLst/>
          </a:prstGeom>
          <a:noFill/>
          <a:ln/>
        </p:spPr>
        <p:txBody>
          <a:bodyPr wrap="square" lIns="0" tIns="0" rIns="0" bIns="0" rtlCol="0" anchor="ctr"/>
          <a:lstStyle/>
          <a:p>
            <a:pPr marL="0" indent="0">
              <a:buNone/>
            </a:pPr>
            <a:r>
              <a:rPr lang="en-US" sz="4000" b="1">
                <a:solidFill>
                  <a:srgbClr val="FFFFFF"/>
                </a:solidFill>
                <a:latin typeface="Space Grotesk" pitchFamily="34" charset="0"/>
                <a:ea typeface="Space Grotesk" pitchFamily="34" charset="-122"/>
                <a:cs typeface="Space Grotesk" pitchFamily="34" charset="-120"/>
              </a:rPr>
              <a:t>Thank You</a:t>
            </a:r>
            <a:endParaRPr lang="en-US" sz="4000"/>
          </a:p>
        </p:txBody>
      </p:sp>
      <p:sp>
        <p:nvSpPr>
          <p:cNvPr id="17" name="Text 15"/>
          <p:cNvSpPr txBox="1"/>
          <p:nvPr/>
        </p:nvSpPr>
        <p:spPr>
          <a:xfrm>
            <a:off x="6400800" y="4572000"/>
            <a:ext cx="4754880" cy="1371600"/>
          </a:xfrm>
          <a:prstGeom prst="rect">
            <a:avLst/>
          </a:prstGeom>
          <a:noFill/>
          <a:ln/>
        </p:spPr>
        <p:txBody>
          <a:bodyPr wrap="square" lIns="0" tIns="0" rIns="0" bIns="0" rtlCol="0" anchor="ctr"/>
          <a:lstStyle/>
          <a:p>
            <a:pPr marL="0" indent="0" algn="r">
              <a:buNone/>
            </a:pPr>
            <a:r>
              <a:rPr lang="en-US" sz="4000" b="1">
                <a:solidFill>
                  <a:srgbClr val="FFFFFF"/>
                </a:solidFill>
                <a:latin typeface="Space Grotesk" pitchFamily="34" charset="0"/>
                <a:ea typeface="Space Grotesk" pitchFamily="34" charset="-122"/>
                <a:cs typeface="Space Grotesk" pitchFamily="34" charset="-120"/>
              </a:rPr>
              <a:t>Questions?</a:t>
            </a:r>
            <a:endParaRPr lang="en-US" sz="400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B08AE7"/>
                </a:solidFill>
              </a:defRPr>
            </a:lvl1pPr>
          </a:lstStyle>
          <a:p>
            <a:pPr algn="r"/>
            <a:fld id="{F7021451-1387-4CA6-816F-3879F97B5CBC}" type="slidenum">
              <a:rPr lang="en-US" b="0"/>
              <a:t>10</a:t>
            </a:fld>
            <a:endParaRPr lang="en-US"/>
          </a:p>
        </p:txBody>
      </p:sp>
    </p:spTree>
  </p:cSld>
  <p:clrMapOvr>
    <a:masterClrMapping/>
  </p:clrMapOvr>
</p:sld>
</file>

<file path=ppt/theme/theme1.xml><?xml version="1.0" encoding="utf-8"?>
<a:theme xmlns:a="http://schemas.openxmlformats.org/drawingml/2006/main" name="Ubuntu Innovations">
  <a:themeElements>
    <a:clrScheme name="Ubuntu Innovations">
      <a:dk1>
        <a:srgbClr val="1D2951"/>
      </a:dk1>
      <a:lt1>
        <a:srgbClr val="FFFFFF"/>
      </a:lt1>
      <a:dk2>
        <a:srgbClr val="1D2951"/>
      </a:dk2>
      <a:lt2>
        <a:srgbClr val="F8E8E8"/>
      </a:lt2>
      <a:accent1>
        <a:srgbClr val="F57574"/>
      </a:accent1>
      <a:accent2>
        <a:srgbClr val="B08AE7"/>
      </a:accent2>
      <a:accent3>
        <a:srgbClr val="4A5474"/>
      </a:accent3>
      <a:accent4>
        <a:srgbClr val="BBBFCB"/>
      </a:accent4>
      <a:accent5>
        <a:srgbClr val="4A5474"/>
      </a:accent5>
      <a:accent6>
        <a:srgbClr val="FFFFFF"/>
      </a:accent6>
      <a:hlink>
        <a:srgbClr val="F57574"/>
      </a:hlink>
      <a:folHlink>
        <a:srgbClr val="4A5474"/>
      </a:folHlink>
    </a:clrScheme>
    <a:fontScheme name="Ubuntu Innovations">
      <a:majorFont>
        <a:latin typeface="Space Grotes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a60922a-38d8-4759-8041-4d7afebf9df9">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1F82FDF521A85645B936637DD30FD973" ma:contentTypeVersion="9" ma:contentTypeDescription="Create a new document." ma:contentTypeScope="" ma:versionID="d67310f255038c87427b5d954d1dff43">
  <xsd:schema xmlns:xsd="http://www.w3.org/2001/XMLSchema" xmlns:xs="http://www.w3.org/2001/XMLSchema" xmlns:p="http://schemas.microsoft.com/office/2006/metadata/properties" xmlns:ns2="ea60922a-38d8-4759-8041-4d7afebf9df9" targetNamespace="http://schemas.microsoft.com/office/2006/metadata/properties" ma:root="true" ma:fieldsID="014403cd01efa6c3904772f5e0a640ee" ns2:_="">
    <xsd:import namespace="ea60922a-38d8-4759-8041-4d7afebf9df9"/>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a60922a-38d8-4759-8041-4d7afebf9df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366b7f75-f62d-4b7a-b8a1-4b1a340ee173" ma:termSetId="09814cd3-568e-fe90-9814-8d621ff8fb84" ma:anchorId="fba54fb3-c3e1-fe81-a776-ca4b69148c4d" ma:open="true" ma:isKeyword="false">
      <xsd:complexType>
        <xsd:sequence>
          <xsd:element ref="pc:Terms" minOccurs="0" maxOccurs="1"/>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76F5FD4-58A3-4FCF-8D55-9A17093C11D2}">
  <ds:schemaRefs>
    <ds:schemaRef ds:uri="ea60922a-38d8-4759-8041-4d7afebf9df9"/>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4B24C5FF-A3C7-454F-B9E9-EFBDB7DA7418}">
  <ds:schemaRefs>
    <ds:schemaRef ds:uri="ea60922a-38d8-4759-8041-4d7afebf9df9"/>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00AAE147-F54C-4C82-8C0F-534F080C3E92}">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10</Slides>
  <Notes>10</Notes>
  <HiddenSlides>0</HiddenSlide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Ubuntu Innovations</vt:lpstr>
      <vt:lpstr>PowerPoint Presentation</vt:lpstr>
      <vt:lpstr>Business requirements</vt:lpstr>
      <vt:lpstr>Hardware recommendations</vt:lpstr>
      <vt:lpstr>Network architecture</vt:lpstr>
      <vt:lpstr>User and permissions setup</vt:lpstr>
      <vt:lpstr>Backup and recovery plan</vt:lpstr>
      <vt:lpstr>Security recommendations</vt:lpstr>
      <vt:lpstr>Troubleshooting: simple things first</vt:lpstr>
      <vt:lpstr>Career readiness materials</vt:lpstr>
      <vt:lpstr>Key lessons learned</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Ubuntu Innovations — IT Infrastructure &amp; Support Solution</dc:title>
  <dc:subject>PptxGenJS Presentation</dc:subject>
  <dc:creator>PptxGenJS</dc:creator>
  <cp:revision>1</cp:revision>
  <dcterms:created xsi:type="dcterms:W3CDTF">2026-10-06T11:28:51Z</dcterms:created>
  <dcterms:modified xsi:type="dcterms:W3CDTF">2026-10-08T10:18:17Z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0x0101001F82FDF521A85645B936637DD30FD973</vt:lpwstr>
  </property>
  <property fmtid="{D5CDD505-2E9C-101B-9397-08002B2CF9AE}" pid="3" name="MediaServiceImageTags">
    <vt:lpwstr/>
  </property>
</Properties>
</file>